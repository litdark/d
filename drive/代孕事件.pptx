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60" r:id="rId7"/>
    <p:sldId id="258" r:id="rId8"/>
    <p:sldId id="261" r:id="rId9"/>
    <p:sldId id="262" r:id="rId10"/>
    <p:sldId id="283" r:id="rId11"/>
    <p:sldId id="264" r:id="rId12"/>
    <p:sldId id="266" r:id="rId13"/>
    <p:sldId id="284" r:id="rId14"/>
    <p:sldId id="267" r:id="rId15"/>
    <p:sldId id="269" r:id="rId16"/>
    <p:sldId id="268" r:id="rId17"/>
    <p:sldId id="285" r:id="rId18"/>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660"/>
  </p:normalViewPr>
  <p:slideViewPr>
    <p:cSldViewPr snapToGrid="0">
      <p:cViewPr varScale="1">
        <p:scale>
          <a:sx n="96" d="100"/>
          <a:sy n="96" d="100"/>
        </p:scale>
        <p:origin x="660" y="78"/>
      </p:cViewPr>
      <p:guideLst>
        <p:guide orient="horz" pos="2160"/>
        <p:guide pos="3840"/>
      </p:guideLst>
    </p:cSldViewPr>
  </p:slideViewPr>
  <p:notesTextViewPr>
    <p:cViewPr>
      <p:scale>
        <a:sx n="1" d="1"/>
        <a:sy n="1" d="1"/>
      </p:scale>
      <p:origin x="0" y="0"/>
    </p:cViewPr>
  </p:notesTextViewPr>
  <p:notesViewPr>
    <p:cSldViewPr snapToGrid="0">
      <p:cViewPr varScale="1">
        <p:scale>
          <a:sx n="88" d="100"/>
          <a:sy n="88" d="100"/>
        </p:scale>
        <p:origin x="2988"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solidFill>
              <a:schemeClr val="accent3"/>
            </a:solidFill>
            <a:ln>
              <a:noFill/>
            </a:ln>
            <a:effectLst/>
          </c:spPr>
          <c:invertIfNegative val="0"/>
          <c:dPt>
            <c:idx val="1"/>
            <c:invertIfNegative val="0"/>
            <c:bubble3D val="0"/>
            <c:spPr>
              <a:pattFill prst="ltUpDiag">
                <a:fgClr>
                  <a:schemeClr val="accent1">
                    <a:lumMod val="50000"/>
                  </a:schemeClr>
                </a:fgClr>
                <a:bgClr>
                  <a:schemeClr val="accent6"/>
                </a:bgClr>
              </a:pattFill>
              <a:ln w="12700">
                <a:solidFill>
                  <a:schemeClr val="accent6">
                    <a:lumMod val="60000"/>
                    <a:lumOff val="40000"/>
                  </a:schemeClr>
                </a:solidFill>
              </a:ln>
              <a:effectLst/>
            </c:spPr>
            <c:extLst>
              <c:ext xmlns:c16="http://schemas.microsoft.com/office/drawing/2014/chart" uri="{C3380CC4-5D6E-409C-BE32-E72D297353CC}">
                <c16:uniqueId val="{00000001-73FB-9843-92B3-91A80E32B7C5}"/>
              </c:ext>
            </c:extLst>
          </c:dPt>
          <c:dPt>
            <c:idx val="2"/>
            <c:invertIfNegative val="0"/>
            <c:bubble3D val="0"/>
            <c:spPr>
              <a:pattFill prst="ltUpDiag">
                <a:fgClr>
                  <a:schemeClr val="accent1">
                    <a:lumMod val="50000"/>
                  </a:schemeClr>
                </a:fgClr>
                <a:bgClr>
                  <a:schemeClr val="accent3"/>
                </a:bgClr>
              </a:pattFill>
              <a:ln w="12700">
                <a:solidFill>
                  <a:schemeClr val="accent3">
                    <a:lumMod val="60000"/>
                    <a:lumOff val="40000"/>
                  </a:schemeClr>
                </a:solidFill>
              </a:ln>
              <a:effectLst/>
            </c:spPr>
            <c:extLst>
              <c:ext xmlns:c16="http://schemas.microsoft.com/office/drawing/2014/chart" uri="{C3380CC4-5D6E-409C-BE32-E72D297353CC}">
                <c16:uniqueId val="{00000007-73FB-9843-92B3-91A80E32B7C5}"/>
              </c:ext>
            </c:extLst>
          </c:dPt>
          <c:dPt>
            <c:idx val="3"/>
            <c:invertIfNegative val="0"/>
            <c:bubble3D val="0"/>
            <c:spPr>
              <a:pattFill prst="ltUpDiag">
                <a:fgClr>
                  <a:schemeClr val="accent1">
                    <a:lumMod val="50000"/>
                  </a:schemeClr>
                </a:fgClr>
                <a:bgClr>
                  <a:schemeClr val="accent1">
                    <a:lumMod val="60000"/>
                    <a:lumOff val="40000"/>
                  </a:schemeClr>
                </a:bgClr>
              </a:pattFill>
              <a:ln w="12700">
                <a:solidFill>
                  <a:schemeClr val="accent1">
                    <a:lumMod val="40000"/>
                    <a:lumOff val="60000"/>
                  </a:schemeClr>
                </a:solidFill>
              </a:ln>
              <a:effectLst/>
            </c:spPr>
            <c:extLst>
              <c:ext xmlns:c16="http://schemas.microsoft.com/office/drawing/2014/chart" uri="{C3380CC4-5D6E-409C-BE32-E72D297353CC}">
                <c16:uniqueId val="{00000003-73FB-9843-92B3-91A80E32B7C5}"/>
              </c:ext>
            </c:extLst>
          </c:dPt>
          <c:dPt>
            <c:idx val="4"/>
            <c:invertIfNegative val="0"/>
            <c:bubble3D val="0"/>
            <c:spPr>
              <a:pattFill prst="ltUpDiag">
                <a:fgClr>
                  <a:schemeClr val="accent1">
                    <a:lumMod val="50000"/>
                  </a:schemeClr>
                </a:fgClr>
                <a:bgClr>
                  <a:schemeClr val="accent2"/>
                </a:bgClr>
              </a:pattFill>
              <a:ln w="12700">
                <a:solidFill>
                  <a:schemeClr val="accent2">
                    <a:lumMod val="60000"/>
                    <a:lumOff val="40000"/>
                  </a:schemeClr>
                </a:solidFill>
              </a:ln>
              <a:effectLst/>
            </c:spPr>
            <c:extLst>
              <c:ext xmlns:c16="http://schemas.microsoft.com/office/drawing/2014/chart" uri="{C3380CC4-5D6E-409C-BE32-E72D297353CC}">
                <c16:uniqueId val="{00000005-73FB-9843-92B3-91A80E32B7C5}"/>
              </c:ext>
            </c:extLst>
          </c:dPt>
          <c:cat>
            <c:strRef>
              <c:f>Sheet1!$A$2:$A$6</c:f>
              <c:strCache>
                <c:ptCount val="5"/>
                <c:pt idx="0">
                  <c:v>20YY</c:v>
                </c:pt>
                <c:pt idx="1">
                  <c:v>20YY</c:v>
                </c:pt>
                <c:pt idx="2">
                  <c:v>20YY</c:v>
                </c:pt>
                <c:pt idx="3">
                  <c:v>20YY</c:v>
                </c:pt>
                <c:pt idx="4">
                  <c:v>20YY</c:v>
                </c:pt>
              </c:strCache>
            </c:strRef>
          </c:cat>
          <c:val>
            <c:numRef>
              <c:f>Sheet1!$B$2:$B$6</c:f>
              <c:numCache>
                <c:formatCode>"¥"#,##0_);\("¥"#,##0\)</c:formatCode>
                <c:ptCount val="5"/>
                <c:pt idx="0">
                  <c:v>0</c:v>
                </c:pt>
                <c:pt idx="1">
                  <c:v>6750</c:v>
                </c:pt>
                <c:pt idx="2">
                  <c:v>33750</c:v>
                </c:pt>
                <c:pt idx="3">
                  <c:v>135000</c:v>
                </c:pt>
                <c:pt idx="4">
                  <c:v>270000</c:v>
                </c:pt>
              </c:numCache>
            </c:numRef>
          </c:val>
          <c:extLst>
            <c:ext xmlns:c16="http://schemas.microsoft.com/office/drawing/2014/chart" uri="{C3380CC4-5D6E-409C-BE32-E72D297353CC}">
              <c16:uniqueId val="{00000006-73FB-9843-92B3-91A80E32B7C5}"/>
            </c:ext>
          </c:extLst>
        </c:ser>
        <c:dLbls>
          <c:showLegendKey val="0"/>
          <c:showVal val="0"/>
          <c:showCatName val="0"/>
          <c:showSerName val="0"/>
          <c:showPercent val="0"/>
          <c:showBubbleSize val="0"/>
        </c:dLbls>
        <c:gapWidth val="24"/>
        <c:axId val="1000041416"/>
        <c:axId val="1000041744"/>
      </c:barChart>
      <c:catAx>
        <c:axId val="100004141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000041744"/>
        <c:crosses val="autoZero"/>
        <c:auto val="1"/>
        <c:lblAlgn val="ctr"/>
        <c:lblOffset val="100"/>
        <c:noMultiLvlLbl val="0"/>
      </c:catAx>
      <c:valAx>
        <c:axId val="1000041744"/>
        <c:scaling>
          <c:orientation val="minMax"/>
        </c:scaling>
        <c:delete val="0"/>
        <c:axPos val="l"/>
        <c:numFmt formatCode="&quot;¥&quot;#,##0_);\(&quot;¥&quot;#,##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bg1"/>
                </a:solidFill>
                <a:latin typeface="+mn-lt"/>
                <a:ea typeface="+mn-ea"/>
                <a:cs typeface="+mn-cs"/>
              </a:defRPr>
            </a:pPr>
            <a:endParaRPr lang="zh-CN"/>
          </a:p>
        </c:txPr>
        <c:crossAx val="1000041416"/>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latin typeface="+mn-lt"/>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3" name="日期占位符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1D01EA87-E043-4B09-883E-331FB9DEA675}" type="datetime1">
              <a:rPr lang="zh-CN" altLang="en-US" smtClean="0">
                <a:latin typeface="Microsoft YaHei UI" panose="020B0503020204020204" pitchFamily="34" charset="-122"/>
                <a:ea typeface="Microsoft YaHei UI" panose="020B0503020204020204" pitchFamily="34" charset="-122"/>
              </a:rPr>
              <a:t>2021/3/13</a:t>
            </a:fld>
            <a:endParaRPr lang="zh-CN" altLang="en-US">
              <a:latin typeface="Microsoft YaHei UI" panose="020B0503020204020204" pitchFamily="34" charset="-122"/>
              <a:ea typeface="Microsoft YaHei UI" panose="020B0503020204020204" pitchFamily="34" charset="-122"/>
            </a:endParaRPr>
          </a:p>
        </p:txBody>
      </p:sp>
      <p:sp>
        <p:nvSpPr>
          <p:cNvPr id="4" name="页脚占位符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zh-CN" altLang="en-US">
              <a:latin typeface="Microsoft YaHei UI" panose="020B0503020204020204" pitchFamily="34" charset="-122"/>
              <a:ea typeface="Microsoft YaHei UI" panose="020B0503020204020204" pitchFamily="34" charset="-122"/>
            </a:endParaRPr>
          </a:p>
        </p:txBody>
      </p:sp>
      <p:sp>
        <p:nvSpPr>
          <p:cNvPr id="5" name="灯片编号占位符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0831430A-4AA4-45C8-AC23-CD6B61C41A4C}" type="slidenum">
              <a:rPr lang="en-US" altLang="zh-CN" smtClean="0">
                <a:latin typeface="Microsoft YaHei UI" panose="020B0503020204020204" pitchFamily="34" charset="-122"/>
                <a:ea typeface="Microsoft YaHei UI" panose="020B0503020204020204" pitchFamily="34" charset="-122"/>
              </a:rPr>
              <a:t>‹#›</a:t>
            </a:fld>
            <a:endParaRPr lang="zh-CN" altLang="en-US">
              <a:latin typeface="Microsoft YaHei UI" panose="020B0503020204020204" pitchFamily="34" charset="-122"/>
              <a:ea typeface="Microsoft YaHei UI" panose="020B0503020204020204" pitchFamily="34" charset="-122"/>
            </a:endParaRPr>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icrosoft YaHei UI" panose="020B0503020204020204" pitchFamily="34" charset="-122"/>
                <a:ea typeface="Microsoft YaHei UI" panose="020B0503020204020204" pitchFamily="34" charset="-122"/>
              </a:defRPr>
            </a:lvl1pPr>
          </a:lstStyle>
          <a:p>
            <a:endParaRPr 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icrosoft YaHei UI" panose="020B0503020204020204" pitchFamily="34" charset="-122"/>
                <a:ea typeface="Microsoft YaHei UI" panose="020B0503020204020204" pitchFamily="34" charset="-122"/>
              </a:defRPr>
            </a:lvl1pPr>
          </a:lstStyle>
          <a:p>
            <a:fld id="{DFE8CF6F-AEFF-4035-A783-79EB238251D7}" type="datetime1">
              <a:rPr lang="zh-CN" altLang="en-US" smtClean="0"/>
              <a:t>2021/3/13</a:t>
            </a:fld>
            <a:endParaRPr 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noProof="0" dirty="0"/>
              <a:t>编辑母版文本样式</a:t>
            </a:r>
          </a:p>
          <a:p>
            <a:pPr lvl="1" rtl="0"/>
            <a:r>
              <a:rPr lang="zh-cn" noProof="0" dirty="0"/>
              <a:t>第二级</a:t>
            </a:r>
          </a:p>
          <a:p>
            <a:pPr lvl="2" rtl="0"/>
            <a:r>
              <a:rPr lang="zh-cn" noProof="0" dirty="0"/>
              <a:t>第三级</a:t>
            </a:r>
          </a:p>
          <a:p>
            <a:pPr lvl="3" rtl="0"/>
            <a:r>
              <a:rPr lang="zh-cn" noProof="0" dirty="0"/>
              <a:t>第四级</a:t>
            </a:r>
          </a:p>
          <a:p>
            <a:pPr lvl="4" rtl="0"/>
            <a:r>
              <a:rPr lang="zh-cn"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icrosoft YaHei UI" panose="020B0503020204020204" pitchFamily="34" charset="-122"/>
                <a:ea typeface="Microsoft YaHei UI" panose="020B0503020204020204" pitchFamily="34" charset="-122"/>
              </a:defRPr>
            </a:lvl1pPr>
          </a:lstStyle>
          <a:p>
            <a:endParaRPr 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icrosoft YaHei UI" panose="020B0503020204020204" pitchFamily="34" charset="-122"/>
                <a:ea typeface="Microsoft YaHei UI" panose="020B0503020204020204" pitchFamily="34" charset="-122"/>
              </a:defRPr>
            </a:lvl1pPr>
          </a:lstStyle>
          <a:p>
            <a:fld id="{1734D747-9380-41EE-9946-EC9EC0CA5D1E}" type="slidenum">
              <a:rPr lang="en-US" smtClean="0"/>
              <a:pPr/>
              <a:t>‹#›</a:t>
            </a:fld>
            <a:endParaRPr lang="en-US"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1pPr>
    <a:lvl2pPr marL="4572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2pPr>
    <a:lvl3pPr marL="9144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3pPr>
    <a:lvl4pPr marL="13716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4pPr>
    <a:lvl5pPr marL="1828800" algn="l" defTabSz="914400" rtl="0" eaLnBrk="1" latinLnBrk="0" hangingPunct="1">
      <a:defRPr sz="1200" kern="1200">
        <a:solidFill>
          <a:schemeClr val="tx1"/>
        </a:solidFill>
        <a:latin typeface="Microsoft YaHei UI" panose="020B0503020204020204" pitchFamily="34" charset="-122"/>
        <a:ea typeface="Microsoft YaHei UI"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1</a:t>
            </a:fld>
            <a:endParaRPr lang="zh-CN" altLang="en-US"/>
          </a:p>
        </p:txBody>
      </p:sp>
    </p:spTree>
    <p:extLst>
      <p:ext uri="{BB962C8B-B14F-4D97-AF65-F5344CB8AC3E}">
        <p14:creationId xmlns:p14="http://schemas.microsoft.com/office/powerpoint/2010/main" val="4243935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2</a:t>
            </a:fld>
            <a:endParaRPr lang="zh-CN" altLang="en-US"/>
          </a:p>
        </p:txBody>
      </p:sp>
    </p:spTree>
    <p:extLst>
      <p:ext uri="{BB962C8B-B14F-4D97-AF65-F5344CB8AC3E}">
        <p14:creationId xmlns:p14="http://schemas.microsoft.com/office/powerpoint/2010/main" val="22681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3</a:t>
            </a:fld>
            <a:endParaRPr lang="zh-CN" altLang="en-US"/>
          </a:p>
        </p:txBody>
      </p:sp>
    </p:spTree>
    <p:extLst>
      <p:ext uri="{BB962C8B-B14F-4D97-AF65-F5344CB8AC3E}">
        <p14:creationId xmlns:p14="http://schemas.microsoft.com/office/powerpoint/2010/main" val="1450963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4</a:t>
            </a:fld>
            <a:endParaRPr lang="zh-CN" altLang="en-US"/>
          </a:p>
        </p:txBody>
      </p:sp>
    </p:spTree>
    <p:extLst>
      <p:ext uri="{BB962C8B-B14F-4D97-AF65-F5344CB8AC3E}">
        <p14:creationId xmlns:p14="http://schemas.microsoft.com/office/powerpoint/2010/main" val="22235783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5</a:t>
            </a:fld>
            <a:endParaRPr lang="zh-CN" altLang="en-US"/>
          </a:p>
        </p:txBody>
      </p:sp>
    </p:spTree>
    <p:extLst>
      <p:ext uri="{BB962C8B-B14F-4D97-AF65-F5344CB8AC3E}">
        <p14:creationId xmlns:p14="http://schemas.microsoft.com/office/powerpoint/2010/main" val="18411213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6</a:t>
            </a:fld>
            <a:endParaRPr lang="zh-CN" altLang="en-US"/>
          </a:p>
        </p:txBody>
      </p:sp>
    </p:spTree>
    <p:extLst>
      <p:ext uri="{BB962C8B-B14F-4D97-AF65-F5344CB8AC3E}">
        <p14:creationId xmlns:p14="http://schemas.microsoft.com/office/powerpoint/2010/main" val="18025937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7</a:t>
            </a:fld>
            <a:endParaRPr lang="zh-CN" altLang="en-US"/>
          </a:p>
        </p:txBody>
      </p:sp>
    </p:spTree>
    <p:extLst>
      <p:ext uri="{BB962C8B-B14F-4D97-AF65-F5344CB8AC3E}">
        <p14:creationId xmlns:p14="http://schemas.microsoft.com/office/powerpoint/2010/main" val="37994460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8</a:t>
            </a:fld>
            <a:endParaRPr lang="zh-CN" altLang="en-US"/>
          </a:p>
        </p:txBody>
      </p:sp>
    </p:spTree>
    <p:extLst>
      <p:ext uri="{BB962C8B-B14F-4D97-AF65-F5344CB8AC3E}">
        <p14:creationId xmlns:p14="http://schemas.microsoft.com/office/powerpoint/2010/main" val="365827112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9</a:t>
            </a:fld>
            <a:endParaRPr lang="zh-CN" altLang="en-US"/>
          </a:p>
        </p:txBody>
      </p:sp>
    </p:spTree>
    <p:extLst>
      <p:ext uri="{BB962C8B-B14F-4D97-AF65-F5344CB8AC3E}">
        <p14:creationId xmlns:p14="http://schemas.microsoft.com/office/powerpoint/2010/main" val="14277066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10</a:t>
            </a:fld>
            <a:endParaRPr lang="zh-CN" altLang="en-US"/>
          </a:p>
        </p:txBody>
      </p:sp>
    </p:spTree>
    <p:extLst>
      <p:ext uri="{BB962C8B-B14F-4D97-AF65-F5344CB8AC3E}">
        <p14:creationId xmlns:p14="http://schemas.microsoft.com/office/powerpoint/2010/main" val="20024616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幻灯片编号占位符 3"/>
          <p:cNvSpPr>
            <a:spLocks noGrp="1"/>
          </p:cNvSpPr>
          <p:nvPr>
            <p:ph type="sldNum" sz="quarter" idx="5"/>
          </p:nvPr>
        </p:nvSpPr>
        <p:spPr/>
        <p:txBody>
          <a:bodyPr rtlCol="0"/>
          <a:lstStyle/>
          <a:p>
            <a:pPr rtl="0"/>
            <a:fld id="{1734D747-9380-41EE-9946-EC9EC0CA5D1E}" type="slidenum">
              <a:rPr lang="en-US" altLang="zh-CN" smtClean="0"/>
              <a:t>11</a:t>
            </a:fld>
            <a:endParaRPr lang="zh-CN" altLang="en-US"/>
          </a:p>
        </p:txBody>
      </p:sp>
    </p:spTree>
    <p:extLst>
      <p:ext uri="{BB962C8B-B14F-4D97-AF65-F5344CB8AC3E}">
        <p14:creationId xmlns:p14="http://schemas.microsoft.com/office/powerpoint/2010/main" val="42526904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灯片编号占位符 3"/>
          <p:cNvSpPr>
            <a:spLocks noGrp="1"/>
          </p:cNvSpPr>
          <p:nvPr>
            <p:ph type="sldNum" sz="quarter" idx="5"/>
          </p:nvPr>
        </p:nvSpPr>
        <p:spPr/>
        <p:txBody>
          <a:bodyPr rtlCol="0"/>
          <a:lstStyle/>
          <a:p>
            <a:pPr rtl="0"/>
            <a:fld id="{1734D747-9380-41EE-9946-EC9EC0CA5D1E}" type="slidenum">
              <a:rPr lang="en-US" altLang="zh-CN" smtClean="0"/>
              <a:t>12</a:t>
            </a:fld>
            <a:endParaRPr lang="zh-CN" altLang="en-US"/>
          </a:p>
        </p:txBody>
      </p:sp>
    </p:spTree>
    <p:extLst>
      <p:ext uri="{BB962C8B-B14F-4D97-AF65-F5344CB8AC3E}">
        <p14:creationId xmlns:p14="http://schemas.microsoft.com/office/powerpoint/2010/main" val="28851866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灯片编号占位符 3"/>
          <p:cNvSpPr>
            <a:spLocks noGrp="1"/>
          </p:cNvSpPr>
          <p:nvPr>
            <p:ph type="sldNum" sz="quarter" idx="5"/>
          </p:nvPr>
        </p:nvSpPr>
        <p:spPr/>
        <p:txBody>
          <a:bodyPr rtlCol="0"/>
          <a:lstStyle/>
          <a:p>
            <a:pPr rtl="0"/>
            <a:fld id="{1734D747-9380-41EE-9946-EC9EC0CA5D1E}" type="slidenum">
              <a:rPr lang="en-US" altLang="zh-CN" smtClean="0"/>
              <a:t>13</a:t>
            </a:fld>
            <a:endParaRPr lang="zh-CN" altLang="en-US"/>
          </a:p>
        </p:txBody>
      </p:sp>
    </p:spTree>
    <p:extLst>
      <p:ext uri="{BB962C8B-B14F-4D97-AF65-F5344CB8AC3E}">
        <p14:creationId xmlns:p14="http://schemas.microsoft.com/office/powerpoint/2010/main" val="14778310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rtlCol="0"/>
          <a:lstStyle/>
          <a:p>
            <a:pPr rtl="0"/>
            <a:endParaRPr lang="zh-CN" altLang="en-US"/>
          </a:p>
        </p:txBody>
      </p:sp>
      <p:sp>
        <p:nvSpPr>
          <p:cNvPr id="4" name="灯片编号占位符 3"/>
          <p:cNvSpPr>
            <a:spLocks noGrp="1"/>
          </p:cNvSpPr>
          <p:nvPr>
            <p:ph type="sldNum" sz="quarter" idx="5"/>
          </p:nvPr>
        </p:nvSpPr>
        <p:spPr/>
        <p:txBody>
          <a:bodyPr rtlCol="0"/>
          <a:lstStyle/>
          <a:p>
            <a:pPr rtl="0"/>
            <a:fld id="{1734D747-9380-41EE-9946-EC9EC0CA5D1E}" type="slidenum">
              <a:rPr lang="en-US" altLang="zh-CN" smtClean="0"/>
              <a:t>14</a:t>
            </a:fld>
            <a:endParaRPr lang="zh-CN" altLang="en-US"/>
          </a:p>
        </p:txBody>
      </p:sp>
    </p:spTree>
    <p:extLst>
      <p:ext uri="{BB962C8B-B14F-4D97-AF65-F5344CB8AC3E}">
        <p14:creationId xmlns:p14="http://schemas.microsoft.com/office/powerpoint/2010/main" val="4202573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1" name="长方形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nvGrpSpPr>
          <p:cNvPr id="7" name="组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组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任意多边形：形状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6" name="任意多边形：形状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直角三角形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8" name="直角三角形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9" name="直角三角形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0" name="任意多边形：形状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9" name="任意多边形：形状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1" name="任意多边形：形状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nvGrpSpPr>
            <p:cNvPr id="12" name="组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任意多边形：形状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4" name="任意多边形：形状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sp>
        <p:nvSpPr>
          <p:cNvPr id="2" name="标题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icrosoft YaHei UI" panose="020B0503020204020204" pitchFamily="34" charset="-122"/>
                <a:ea typeface="Tahoma" panose="020B0604030504040204" pitchFamily="34" charset="0"/>
                <a:cs typeface="Tahoma" panose="020B0604030504040204" pitchFamily="34" charset="0"/>
              </a:defRPr>
            </a:lvl1pPr>
          </a:lstStyle>
          <a:p>
            <a:pPr lvl="0" rtl="0"/>
            <a:r>
              <a:rPr lang="zh-CN" altLang="en-US" noProof="0"/>
              <a:t>标题</a:t>
            </a:r>
          </a:p>
        </p:txBody>
      </p:sp>
      <p:sp>
        <p:nvSpPr>
          <p:cNvPr id="3" name="副标题 2">
            <a:extLst>
              <a:ext uri="{FF2B5EF4-FFF2-40B4-BE49-F238E27FC236}">
                <a16:creationId xmlns:a16="http://schemas.microsoft.com/office/drawing/2014/main" id="{C3D2DEF0-A0B0-4CFE-B67D-A9D75E2368DC}"/>
              </a:ext>
            </a:extLst>
          </p:cNvPr>
          <p:cNvSpPr>
            <a:spLocks noGrp="1"/>
          </p:cNvSpPr>
          <p:nvPr>
            <p:ph type="subTitle" idx="1" hasCustomPrompt="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icrosoft YaHei UI" panose="020B0503020204020204" pitchFamily="34" charset="-122"/>
                <a:cs typeface="Arial" panose="020B0604020202020204" pitchFamily="34" charset="0"/>
              </a:defRPr>
            </a:lvl1pPr>
          </a:lstStyle>
          <a:p>
            <a:pPr marL="228600" lvl="0" indent="-228600" rtl="0"/>
            <a:r>
              <a:rPr lang="zh-CN" altLang="en-US" noProof="0"/>
              <a:t>单击以编辑母版副标题样式</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长方形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9" name="任意多边形：形状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直角三角形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1" name="任意多边形：形状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3" name="任意多边形：形状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4" name="任意多边形：形状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5" name="任意多边形：形状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grpSp>
        <p:nvGrpSpPr>
          <p:cNvPr id="16" name="组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任意多边形：形状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19" name="组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任意多边形：形状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1" name="任意多边形：形状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3" name="文本占位符 2">
            <a:extLst>
              <a:ext uri="{FF2B5EF4-FFF2-40B4-BE49-F238E27FC236}">
                <a16:creationId xmlns:a16="http://schemas.microsoft.com/office/drawing/2014/main" id="{5E194264-A3F5-42E2-9A63-DCCED0457E1B}"/>
              </a:ext>
            </a:extLst>
          </p:cNvPr>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icrosoft YaHei UI" panose="020B0503020204020204" pitchFamily="34" charset="-122"/>
                <a:cs typeface="Arial" panose="020B0604020202020204" pitchFamily="34" charset="0"/>
              </a:defRPr>
            </a:lvl1pPr>
          </a:lstStyle>
          <a:p>
            <a:pPr marL="228600" lvl="0" indent="-228600" rtl="0"/>
            <a:r>
              <a:rPr lang="zh-CN" altLang="en-US" noProof="0"/>
              <a:t>编辑母版文本样式</a:t>
            </a:r>
          </a:p>
        </p:txBody>
      </p:sp>
      <p:sp>
        <p:nvSpPr>
          <p:cNvPr id="22" name="灯片编号占位符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3" name="标题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icrosoft YaHei UI" panose="020B0503020204020204" pitchFamily="34" charset="-122"/>
              </a:defRPr>
            </a:lvl1pPr>
          </a:lstStyle>
          <a:p>
            <a:pPr lvl="0" rtl="0"/>
            <a:r>
              <a:rPr lang="zh-CN" altLang="en-US" noProof="0"/>
              <a:t>节标题 </a:t>
            </a:r>
            <a:r>
              <a:rPr lang="en-US" altLang="zh-CN" noProof="0"/>
              <a:t>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节标题">
    <p:spTree>
      <p:nvGrpSpPr>
        <p:cNvPr id="1" name=""/>
        <p:cNvGrpSpPr/>
        <p:nvPr/>
      </p:nvGrpSpPr>
      <p:grpSpPr>
        <a:xfrm>
          <a:off x="0" y="0"/>
          <a:ext cx="0" cy="0"/>
          <a:chOff x="0" y="0"/>
          <a:chExt cx="0" cy="0"/>
        </a:xfrm>
      </p:grpSpPr>
      <p:sp>
        <p:nvSpPr>
          <p:cNvPr id="22" name="长方形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4" name="任意多边形：形状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24" name="任意多边形：形状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5" name="任意多边形：形状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nvGrpSpPr>
          <p:cNvPr id="26" name="组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任意多边形：形状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28" name="任意多边形：形状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grpSp>
      <p:sp>
        <p:nvSpPr>
          <p:cNvPr id="29" name="任意多边形：形状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30" name="任意多边形：形状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grpSp>
        <p:nvGrpSpPr>
          <p:cNvPr id="31" name="组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任意多边形：形状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3" name="任意多边形：形状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 name="标题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icrosoft YaHei UI" panose="020B0503020204020204" pitchFamily="34" charset="-122"/>
              </a:defRPr>
            </a:lvl1pPr>
          </a:lstStyle>
          <a:p>
            <a:pPr lvl="0" rtl="0"/>
            <a:r>
              <a:rPr lang="zh-CN" altLang="en-US" noProof="0"/>
              <a:t>节标题 </a:t>
            </a:r>
            <a:r>
              <a:rPr lang="en-US" altLang="zh-CN" noProof="0"/>
              <a:t>01</a:t>
            </a:r>
          </a:p>
        </p:txBody>
      </p:sp>
      <p:sp>
        <p:nvSpPr>
          <p:cNvPr id="3" name="文本占位符 2">
            <a:extLst>
              <a:ext uri="{FF2B5EF4-FFF2-40B4-BE49-F238E27FC236}">
                <a16:creationId xmlns:a16="http://schemas.microsoft.com/office/drawing/2014/main" id="{5E194264-A3F5-42E2-9A63-DCCED0457E1B}"/>
              </a:ext>
            </a:extLst>
          </p:cNvPr>
          <p:cNvSpPr>
            <a:spLocks noGrp="1"/>
          </p:cNvSpPr>
          <p:nvPr>
            <p:ph type="body" idx="1" hasCustomPrompt="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icrosoft YaHei UI" panose="020B0503020204020204" pitchFamily="34" charset="-122"/>
                <a:cs typeface="Arial" panose="020B0604020202020204" pitchFamily="34" charset="0"/>
              </a:defRPr>
            </a:lvl1pPr>
          </a:lstStyle>
          <a:p>
            <a:pPr marL="228600" lvl="0" indent="-228600" rtl="0"/>
            <a:r>
              <a:rPr lang="zh-CN" altLang="en-US" noProof="0"/>
              <a:t>编辑母版文本样式</a:t>
            </a:r>
          </a:p>
        </p:txBody>
      </p:sp>
      <p:sp>
        <p:nvSpPr>
          <p:cNvPr id="35" name="灯片编号占位符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引用幻灯片">
    <p:spTree>
      <p:nvGrpSpPr>
        <p:cNvPr id="1" name=""/>
        <p:cNvGrpSpPr/>
        <p:nvPr/>
      </p:nvGrpSpPr>
      <p:grpSpPr>
        <a:xfrm>
          <a:off x="0" y="0"/>
          <a:ext cx="0" cy="0"/>
          <a:chOff x="0" y="0"/>
          <a:chExt cx="0" cy="0"/>
        </a:xfrm>
      </p:grpSpPr>
      <p:sp>
        <p:nvSpPr>
          <p:cNvPr id="22" name="长方形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4" name="任意多边形：形状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24" name="任意多边形：形状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5" name="任意多边形：形状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4" name="椭圆形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8" name="标题 1">
            <a:extLst>
              <a:ext uri="{FF2B5EF4-FFF2-40B4-BE49-F238E27FC236}">
                <a16:creationId xmlns:a16="http://schemas.microsoft.com/office/drawing/2014/main" id="{C9A300DD-BB54-44ED-A7E4-01CD41EC930F}"/>
              </a:ext>
            </a:extLst>
          </p:cNvPr>
          <p:cNvSpPr txBox="1">
            <a:spLocks/>
          </p:cNvSpPr>
          <p:nvPr userDrawn="1"/>
        </p:nvSpPr>
        <p:spPr>
          <a:xfrm>
            <a:off x="1026936" y="1108364"/>
            <a:ext cx="1005115" cy="2674254"/>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rtl="0"/>
            <a:r>
              <a:rPr lang="zh-CN" altLang="en-US" sz="18400" noProof="0">
                <a:solidFill>
                  <a:schemeClr val="accent1">
                    <a:lumMod val="60000"/>
                    <a:lumOff val="40000"/>
                  </a:schemeClr>
                </a:solidFill>
                <a:latin typeface="Microsoft YaHei UI" panose="020B0503020204020204" pitchFamily="34" charset="-122"/>
              </a:rPr>
              <a:t>“</a:t>
            </a:r>
          </a:p>
        </p:txBody>
      </p:sp>
      <p:sp>
        <p:nvSpPr>
          <p:cNvPr id="2" name="标题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icrosoft YaHei UI" panose="020B0503020204020204" pitchFamily="34" charset="-122"/>
              </a:defRPr>
            </a:lvl1pPr>
          </a:lstStyle>
          <a:p>
            <a:pPr lvl="0" rtl="0"/>
            <a:r>
              <a:rPr lang="zh-CN" altLang="en-US" noProof="0"/>
              <a:t>引用</a:t>
            </a:r>
          </a:p>
        </p:txBody>
      </p:sp>
      <p:sp>
        <p:nvSpPr>
          <p:cNvPr id="19" name="灯片编号占位符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标题 + 文本">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3" name="文本占位符 22">
            <a:extLst>
              <a:ext uri="{FF2B5EF4-FFF2-40B4-BE49-F238E27FC236}">
                <a16:creationId xmlns:a16="http://schemas.microsoft.com/office/drawing/2014/main" id="{03618670-D1E4-466C-BDB5-FC890AC31457}"/>
              </a:ext>
            </a:extLst>
          </p:cNvPr>
          <p:cNvSpPr>
            <a:spLocks noGrp="1"/>
          </p:cNvSpPr>
          <p:nvPr>
            <p:ph type="body" sz="quarter" idx="13" hasCustomPrompt="1"/>
          </p:nvPr>
        </p:nvSpPr>
        <p:spPr>
          <a:xfrm>
            <a:off x="444500" y="1625385"/>
            <a:ext cx="6718300" cy="4093243"/>
          </a:xfrm>
        </p:spPr>
        <p:txBody>
          <a:bodyPr rtlCol="0">
            <a:noAutofit/>
          </a:bodyPr>
          <a:lstStyle>
            <a:lvl1pPr>
              <a:lnSpc>
                <a:spcPct val="100000"/>
              </a:lnSpc>
              <a:spcBef>
                <a:spcPts val="600"/>
              </a:spcBef>
              <a:spcAft>
                <a:spcPts val="400"/>
              </a:spcAft>
              <a:defRPr sz="16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400">
                <a:solidFill>
                  <a:schemeClr val="bg1"/>
                </a:solidFill>
                <a:latin typeface="Microsoft YaHei UI" panose="020B0503020204020204" pitchFamily="34" charset="-122"/>
                <a:cs typeface="Arial" panose="020B0604020202020204" pitchFamily="34" charset="0"/>
              </a:defRPr>
            </a:lvl2pPr>
            <a:lvl3pPr>
              <a:lnSpc>
                <a:spcPct val="100000"/>
              </a:lnSpc>
              <a:spcBef>
                <a:spcPts val="600"/>
              </a:spcBef>
              <a:spcAft>
                <a:spcPts val="400"/>
              </a:spcAft>
              <a:defRPr sz="1200">
                <a:solidFill>
                  <a:schemeClr val="bg1"/>
                </a:solidFill>
                <a:latin typeface="Microsoft YaHei UI" panose="020B0503020204020204" pitchFamily="34" charset="-122"/>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a:p>
            <a:pPr lvl="1" rtl="0"/>
            <a:r>
              <a:rPr lang="zh-CN" altLang="en-US" noProof="0"/>
              <a:t>第二级</a:t>
            </a:r>
          </a:p>
          <a:p>
            <a:pPr lvl="2" rtl="0"/>
            <a:r>
              <a:rPr lang="zh-CN" altLang="en-US" noProof="0"/>
              <a:t>第三级</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4" name="任意多边形：形状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和内容">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4" name="任意多边形：形状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0" name="内容占位符 2">
            <a:extLst>
              <a:ext uri="{FF2B5EF4-FFF2-40B4-BE49-F238E27FC236}">
                <a16:creationId xmlns:a16="http://schemas.microsoft.com/office/drawing/2014/main" id="{0103A49C-32FF-49E6-86F3-FC2E19517BD5}"/>
              </a:ext>
            </a:extLst>
          </p:cNvPr>
          <p:cNvSpPr>
            <a:spLocks noGrp="1"/>
          </p:cNvSpPr>
          <p:nvPr>
            <p:ph idx="1" hasCustomPrompt="1"/>
          </p:nvPr>
        </p:nvSpPr>
        <p:spPr>
          <a:xfrm>
            <a:off x="443365" y="1825625"/>
            <a:ext cx="11215235" cy="4351338"/>
          </a:xfrm>
        </p:spPr>
        <p:txBody>
          <a:bodyPr rtlCol="0"/>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26367082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4" name="任意多边形：形状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5" name="文本占位符 2">
            <a:extLst>
              <a:ext uri="{FF2B5EF4-FFF2-40B4-BE49-F238E27FC236}">
                <a16:creationId xmlns:a16="http://schemas.microsoft.com/office/drawing/2014/main" id="{7FA80A70-18DE-4DB9-9982-BA75BE54CF93}"/>
              </a:ext>
            </a:extLst>
          </p:cNvPr>
          <p:cNvSpPr>
            <a:spLocks noGrp="1"/>
          </p:cNvSpPr>
          <p:nvPr>
            <p:ph type="body" idx="1" hasCustomPrompt="1"/>
          </p:nvPr>
        </p:nvSpPr>
        <p:spPr>
          <a:xfrm>
            <a:off x="444500" y="1681163"/>
            <a:ext cx="5157787"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6" name="文本占位符 4">
            <a:extLst>
              <a:ext uri="{FF2B5EF4-FFF2-40B4-BE49-F238E27FC236}">
                <a16:creationId xmlns:a16="http://schemas.microsoft.com/office/drawing/2014/main" id="{2801C0EF-C078-44B0-AD01-4850E9A65EE0}"/>
              </a:ext>
            </a:extLst>
          </p:cNvPr>
          <p:cNvSpPr>
            <a:spLocks noGrp="1"/>
          </p:cNvSpPr>
          <p:nvPr>
            <p:ph type="body" sz="quarter" idx="3" hasCustomPrompt="1"/>
          </p:nvPr>
        </p:nvSpPr>
        <p:spPr>
          <a:xfrm>
            <a:off x="6500812" y="1681163"/>
            <a:ext cx="5157788" cy="823912"/>
          </a:xfrm>
        </p:spPr>
        <p:txBody>
          <a:bodyPr rtlCol="0"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zh-CN" altLang="en-US" noProof="0"/>
              <a:t>编辑母版文本样式</a:t>
            </a:r>
          </a:p>
        </p:txBody>
      </p:sp>
      <p:sp>
        <p:nvSpPr>
          <p:cNvPr id="27" name="内容占位符 3">
            <a:extLst>
              <a:ext uri="{FF2B5EF4-FFF2-40B4-BE49-F238E27FC236}">
                <a16:creationId xmlns:a16="http://schemas.microsoft.com/office/drawing/2014/main" id="{7C9DED91-45F6-4308-A085-1EFACA6468CF}"/>
              </a:ext>
            </a:extLst>
          </p:cNvPr>
          <p:cNvSpPr>
            <a:spLocks noGrp="1"/>
          </p:cNvSpPr>
          <p:nvPr>
            <p:ph sz="half" idx="2" hasCustomPrompt="1"/>
          </p:nvPr>
        </p:nvSpPr>
        <p:spPr>
          <a:xfrm>
            <a:off x="444500" y="2505075"/>
            <a:ext cx="5157787"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28" name="内容占位符 5">
            <a:extLst>
              <a:ext uri="{FF2B5EF4-FFF2-40B4-BE49-F238E27FC236}">
                <a16:creationId xmlns:a16="http://schemas.microsoft.com/office/drawing/2014/main" id="{0574B5E7-B666-439B-9278-67BE1EA6EBC5}"/>
              </a:ext>
            </a:extLst>
          </p:cNvPr>
          <p:cNvSpPr>
            <a:spLocks noGrp="1"/>
          </p:cNvSpPr>
          <p:nvPr>
            <p:ph sz="quarter" idx="4" hasCustomPrompt="1"/>
          </p:nvPr>
        </p:nvSpPr>
        <p:spPr>
          <a:xfrm>
            <a:off x="6475412" y="2505075"/>
            <a:ext cx="5183188" cy="3684588"/>
          </a:xfrm>
        </p:spPr>
        <p:txBody>
          <a:bodyPr rtlCol="0">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32191671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两栏内容">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4" name="任意多边形：形状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0" name="内容占位符 2">
            <a:extLst>
              <a:ext uri="{FF2B5EF4-FFF2-40B4-BE49-F238E27FC236}">
                <a16:creationId xmlns:a16="http://schemas.microsoft.com/office/drawing/2014/main" id="{FE796BFF-6E5F-4DE7-B193-F501FC094D63}"/>
              </a:ext>
            </a:extLst>
          </p:cNvPr>
          <p:cNvSpPr>
            <a:spLocks noGrp="1"/>
          </p:cNvSpPr>
          <p:nvPr>
            <p:ph sz="half" idx="1" hasCustomPrompt="1"/>
          </p:nvPr>
        </p:nvSpPr>
        <p:spPr>
          <a:xfrm>
            <a:off x="443365" y="1517715"/>
            <a:ext cx="5184437" cy="4659248"/>
          </a:xfrm>
        </p:spPr>
        <p:txBody>
          <a:bodyPr rtlCol="0">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21" name="内容占位符 3">
            <a:extLst>
              <a:ext uri="{FF2B5EF4-FFF2-40B4-BE49-F238E27FC236}">
                <a16:creationId xmlns:a16="http://schemas.microsoft.com/office/drawing/2014/main" id="{78622754-CA4D-4C27-A37F-B26E7B4C9CA2}"/>
              </a:ext>
            </a:extLst>
          </p:cNvPr>
          <p:cNvSpPr>
            <a:spLocks noGrp="1"/>
          </p:cNvSpPr>
          <p:nvPr>
            <p:ph sz="half" idx="2" hasCustomPrompt="1"/>
          </p:nvPr>
        </p:nvSpPr>
        <p:spPr>
          <a:xfrm>
            <a:off x="6474163" y="1517715"/>
            <a:ext cx="5184437" cy="4659248"/>
          </a:xfrm>
        </p:spPr>
        <p:txBody>
          <a:bodyPr rtlCol="0">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9995978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个类别">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0" name="图片占位符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zh-CN" altLang="en-US" noProof="0"/>
              <a:t>单击图标添加图片</a:t>
            </a:r>
          </a:p>
        </p:txBody>
      </p:sp>
      <p:sp>
        <p:nvSpPr>
          <p:cNvPr id="21" name="图片占位符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zh-CN" altLang="en-US" noProof="0"/>
              <a:t>单击图标添加图片</a:t>
            </a:r>
          </a:p>
        </p:txBody>
      </p:sp>
      <p:sp>
        <p:nvSpPr>
          <p:cNvPr id="22" name="图片占位符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zh-CN" altLang="en-US" noProof="0"/>
              <a:t>单击图标添加图片</a:t>
            </a:r>
          </a:p>
        </p:txBody>
      </p:sp>
      <p:sp>
        <p:nvSpPr>
          <p:cNvPr id="23" name="图片占位符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zh-CN" altLang="en-US" noProof="0"/>
              <a:t>单击图标添加图片</a:t>
            </a:r>
          </a:p>
        </p:txBody>
      </p:sp>
      <p:sp>
        <p:nvSpPr>
          <p:cNvPr id="24" name="图片占位符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rtlCol="0"/>
          <a:lstStyle>
            <a:lvl1pPr marL="0" indent="0">
              <a:buNone/>
              <a:defRPr>
                <a:solidFill>
                  <a:schemeClr val="tx1">
                    <a:alpha val="0"/>
                  </a:schemeClr>
                </a:solidFill>
              </a:defRPr>
            </a:lvl1pPr>
          </a:lstStyle>
          <a:p>
            <a:pPr rtl="0"/>
            <a:r>
              <a:rPr lang="zh-CN" altLang="en-US" noProof="0"/>
              <a:t>单击图标添加图片</a:t>
            </a:r>
          </a:p>
        </p:txBody>
      </p:sp>
      <p:sp>
        <p:nvSpPr>
          <p:cNvPr id="26" name="文本占位符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719894"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27" name="文本占位符 22">
            <a:extLst>
              <a:ext uri="{FF2B5EF4-FFF2-40B4-BE49-F238E27FC236}">
                <a16:creationId xmlns:a16="http://schemas.microsoft.com/office/drawing/2014/main" id="{05F72315-51A9-431C-B80A-45E4FB1D6BD6}"/>
              </a:ext>
            </a:extLst>
          </p:cNvPr>
          <p:cNvSpPr>
            <a:spLocks noGrp="1"/>
          </p:cNvSpPr>
          <p:nvPr>
            <p:ph type="body" sz="quarter" idx="19" hasCustomPrompt="1"/>
          </p:nvPr>
        </p:nvSpPr>
        <p:spPr>
          <a:xfrm>
            <a:off x="2963912"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28" name="文本占位符 22">
            <a:extLst>
              <a:ext uri="{FF2B5EF4-FFF2-40B4-BE49-F238E27FC236}">
                <a16:creationId xmlns:a16="http://schemas.microsoft.com/office/drawing/2014/main" id="{883D1F0C-34F1-46E1-B178-E4AB82B14631}"/>
              </a:ext>
            </a:extLst>
          </p:cNvPr>
          <p:cNvSpPr>
            <a:spLocks noGrp="1"/>
          </p:cNvSpPr>
          <p:nvPr>
            <p:ph type="body" sz="quarter" idx="20" hasCustomPrompt="1"/>
          </p:nvPr>
        </p:nvSpPr>
        <p:spPr>
          <a:xfrm>
            <a:off x="5207930"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29" name="文本占位符 22">
            <a:extLst>
              <a:ext uri="{FF2B5EF4-FFF2-40B4-BE49-F238E27FC236}">
                <a16:creationId xmlns:a16="http://schemas.microsoft.com/office/drawing/2014/main" id="{7202A849-DF14-40E7-B38D-1185F72603EC}"/>
              </a:ext>
            </a:extLst>
          </p:cNvPr>
          <p:cNvSpPr>
            <a:spLocks noGrp="1"/>
          </p:cNvSpPr>
          <p:nvPr>
            <p:ph type="body" sz="quarter" idx="21" hasCustomPrompt="1"/>
          </p:nvPr>
        </p:nvSpPr>
        <p:spPr>
          <a:xfrm>
            <a:off x="7451948"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30" name="文本占位符 22">
            <a:extLst>
              <a:ext uri="{FF2B5EF4-FFF2-40B4-BE49-F238E27FC236}">
                <a16:creationId xmlns:a16="http://schemas.microsoft.com/office/drawing/2014/main" id="{CCFC1ADF-AC11-4CCD-AC2D-478B6FFEA5EA}"/>
              </a:ext>
            </a:extLst>
          </p:cNvPr>
          <p:cNvSpPr>
            <a:spLocks noGrp="1"/>
          </p:cNvSpPr>
          <p:nvPr>
            <p:ph type="body" sz="quarter" idx="22" hasCustomPrompt="1"/>
          </p:nvPr>
        </p:nvSpPr>
        <p:spPr>
          <a:xfrm>
            <a:off x="9695965" y="4240093"/>
            <a:ext cx="1776140" cy="1463040"/>
          </a:xfrm>
        </p:spPr>
        <p:txBody>
          <a:bodyPr lIns="0" tIns="0" rIns="0" bIns="0" rtlCol="0">
            <a:noAutofit/>
          </a:bodyPr>
          <a:lstStyle>
            <a:lvl1pPr marL="0" indent="0" algn="ctr">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cxnSp>
        <p:nvCxnSpPr>
          <p:cNvPr id="7" name="直接连接符​​(S)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直接连接符​​(S)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直接连接符​​(S)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直接连接符​​(S)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直接连接符​​(S)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任意多边形：形状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Tree>
    <p:extLst>
      <p:ext uri="{BB962C8B-B14F-4D97-AF65-F5344CB8AC3E}">
        <p14:creationId xmlns:p14="http://schemas.microsoft.com/office/powerpoint/2010/main" val="4762663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照片 + 3 节">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6" name="文本占位符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54209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35" name="任意多边形：形状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13" name="图片占位符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Microsoft YaHei UI" panose="020B0503020204020204" pitchFamily="34" charset="-122"/>
              </a:defRPr>
            </a:lvl1pPr>
          </a:lstStyle>
          <a:p>
            <a:pPr rtl="0"/>
            <a:r>
              <a:rPr lang="zh-CN" altLang="en-US" noProof="0"/>
              <a:t>插入图像</a:t>
            </a:r>
          </a:p>
        </p:txBody>
      </p:sp>
      <p:sp>
        <p:nvSpPr>
          <p:cNvPr id="36" name="文本占位符 22">
            <a:extLst>
              <a:ext uri="{FF2B5EF4-FFF2-40B4-BE49-F238E27FC236}">
                <a16:creationId xmlns:a16="http://schemas.microsoft.com/office/drawing/2014/main" id="{642D3CE0-C3B4-4F3F-A650-AB452B3AD4BA}"/>
              </a:ext>
            </a:extLst>
          </p:cNvPr>
          <p:cNvSpPr>
            <a:spLocks noGrp="1"/>
          </p:cNvSpPr>
          <p:nvPr>
            <p:ph type="body" sz="quarter" idx="20" hasCustomPrompt="1"/>
          </p:nvPr>
        </p:nvSpPr>
        <p:spPr>
          <a:xfrm>
            <a:off x="4444169"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37" name="文本占位符 22">
            <a:extLst>
              <a:ext uri="{FF2B5EF4-FFF2-40B4-BE49-F238E27FC236}">
                <a16:creationId xmlns:a16="http://schemas.microsoft.com/office/drawing/2014/main" id="{DBED2BB0-CDAD-40EE-8B35-C66DF45EE29D}"/>
              </a:ext>
            </a:extLst>
          </p:cNvPr>
          <p:cNvSpPr>
            <a:spLocks noGrp="1"/>
          </p:cNvSpPr>
          <p:nvPr>
            <p:ph type="body" sz="quarter" idx="21" hasCustomPrompt="1"/>
          </p:nvPr>
        </p:nvSpPr>
        <p:spPr>
          <a:xfrm>
            <a:off x="8346244" y="4240093"/>
            <a:ext cx="3293306" cy="1463040"/>
          </a:xfrm>
        </p:spPr>
        <p:txBody>
          <a:bodyPr lIns="0" tIns="0" rIns="0" bIns="0" rtlCol="0">
            <a:noAutofit/>
          </a:bodyPr>
          <a:lstStyle>
            <a:lvl1pPr marL="0" indent="0" algn="l">
              <a:lnSpc>
                <a:spcPct val="100000"/>
              </a:lnSpc>
              <a:spcBef>
                <a:spcPts val="600"/>
              </a:spcBef>
              <a:spcAft>
                <a:spcPts val="4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Tree>
    <p:extLst>
      <p:ext uri="{BB962C8B-B14F-4D97-AF65-F5344CB8AC3E}">
        <p14:creationId xmlns:p14="http://schemas.microsoft.com/office/powerpoint/2010/main" val="15447457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照片 + 文本">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26" name="文本占位符 22">
            <a:extLst>
              <a:ext uri="{FF2B5EF4-FFF2-40B4-BE49-F238E27FC236}">
                <a16:creationId xmlns:a16="http://schemas.microsoft.com/office/drawing/2014/main" id="{2A19101D-7C37-42BF-8167-5391EA65EC3A}"/>
              </a:ext>
            </a:extLst>
          </p:cNvPr>
          <p:cNvSpPr>
            <a:spLocks noGrp="1"/>
          </p:cNvSpPr>
          <p:nvPr>
            <p:ph type="body" sz="quarter" idx="18" hasCustomPrompt="1"/>
          </p:nvPr>
        </p:nvSpPr>
        <p:spPr>
          <a:xfrm>
            <a:off x="542094" y="4240093"/>
            <a:ext cx="9402006" cy="1463040"/>
          </a:xfrm>
        </p:spPr>
        <p:txBody>
          <a:bodyPr lIns="0" tIns="0" rIns="0" bIns="0" rtlCol="0">
            <a:noAutofit/>
          </a:bodyPr>
          <a:lstStyle>
            <a:lvl1pPr marL="0" indent="0" algn="l">
              <a:lnSpc>
                <a:spcPct val="100000"/>
              </a:lnSpc>
              <a:spcBef>
                <a:spcPts val="300"/>
              </a:spcBef>
              <a:spcAft>
                <a:spcPts val="300"/>
              </a:spcAft>
              <a:buNone/>
              <a:defRPr sz="1400">
                <a:solidFill>
                  <a:schemeClr val="bg1"/>
                </a:solidFill>
                <a:latin typeface="Microsoft YaHei UI" panose="020B0503020204020204" pitchFamily="34" charset="-122"/>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rtl="0"/>
            <a:r>
              <a:rPr lang="zh-CN" altLang="en-US" noProof="0"/>
              <a:t>编辑母版文本样式</a:t>
            </a:r>
          </a:p>
        </p:txBody>
      </p:sp>
      <p:sp>
        <p:nvSpPr>
          <p:cNvPr id="35" name="任意多边形：形状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13" name="图片占位符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rtlCol="0" anchor="ctr">
            <a:normAutofit/>
          </a:bodyPr>
          <a:lstStyle>
            <a:lvl1pPr marL="0" indent="0" algn="ctr">
              <a:buNone/>
              <a:defRPr sz="1400">
                <a:solidFill>
                  <a:schemeClr val="accent2"/>
                </a:solidFill>
                <a:latin typeface="Microsoft YaHei UI" panose="020B0503020204020204" pitchFamily="34" charset="-122"/>
              </a:defRPr>
            </a:lvl1pPr>
          </a:lstStyle>
          <a:p>
            <a:pPr rtl="0"/>
            <a:r>
              <a:rPr lang="zh-CN" altLang="en-US" noProof="0"/>
              <a:t>插入图像</a:t>
            </a:r>
          </a:p>
        </p:txBody>
      </p:sp>
    </p:spTree>
    <p:extLst>
      <p:ext uri="{BB962C8B-B14F-4D97-AF65-F5344CB8AC3E}">
        <p14:creationId xmlns:p14="http://schemas.microsoft.com/office/powerpoint/2010/main" val="24868267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带标题的图片">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35" name="任意多边形：形状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0" name="图片占位符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rtlCol="0">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zh-CN" altLang="en-US" noProof="0"/>
              <a:t>单击图标添加图片</a:t>
            </a:r>
          </a:p>
        </p:txBody>
      </p:sp>
      <p:sp>
        <p:nvSpPr>
          <p:cNvPr id="21" name="文本占位符 3">
            <a:extLst>
              <a:ext uri="{FF2B5EF4-FFF2-40B4-BE49-F238E27FC236}">
                <a16:creationId xmlns:a16="http://schemas.microsoft.com/office/drawing/2014/main" id="{912B51EA-3E6F-4BF6-BE48-62128AF32B85}"/>
              </a:ext>
            </a:extLst>
          </p:cNvPr>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Tree>
    <p:extLst>
      <p:ext uri="{BB962C8B-B14F-4D97-AF65-F5344CB8AC3E}">
        <p14:creationId xmlns:p14="http://schemas.microsoft.com/office/powerpoint/2010/main" val="154065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带标题的内容">
    <p:bg>
      <p:bgPr>
        <a:solidFill>
          <a:schemeClr val="accent2"/>
        </a:solidFill>
        <a:effectLst/>
      </p:bgPr>
    </p:bg>
    <p:spTree>
      <p:nvGrpSpPr>
        <p:cNvPr id="1" name=""/>
        <p:cNvGrpSpPr/>
        <p:nvPr/>
      </p:nvGrpSpPr>
      <p:grpSpPr>
        <a:xfrm>
          <a:off x="0" y="0"/>
          <a:ext cx="0" cy="0"/>
          <a:chOff x="0" y="0"/>
          <a:chExt cx="0" cy="0"/>
        </a:xfrm>
      </p:grpSpPr>
      <p:sp>
        <p:nvSpPr>
          <p:cNvPr id="11" name="长方形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8" name="任意多边形：形状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12" name="任意多边形：形状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8" name="任意多边形：形状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 name="标题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icrosoft YaHei UI" panose="020B0503020204020204" pitchFamily="34" charset="-122"/>
              </a:defRPr>
            </a:lvl1pPr>
          </a:lstStyle>
          <a:p>
            <a:pPr lvl="0" rtl="0"/>
            <a:r>
              <a:rPr lang="zh-CN" altLang="en-US" noProof="0"/>
              <a:t>单击此处编辑母版标题样式</a:t>
            </a:r>
          </a:p>
        </p:txBody>
      </p:sp>
      <p:grpSp>
        <p:nvGrpSpPr>
          <p:cNvPr id="15" name="组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任意多边形：形状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7" name="任意多边形：形状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6" name="组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矩形：剪去一角的矩形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 name="矩形：剪去一角的矩形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35" name="任意多边形：形状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5" name="灯片编号占位符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21" name="文本占位符 3">
            <a:extLst>
              <a:ext uri="{FF2B5EF4-FFF2-40B4-BE49-F238E27FC236}">
                <a16:creationId xmlns:a16="http://schemas.microsoft.com/office/drawing/2014/main" id="{912B51EA-3E6F-4BF6-BE48-62128AF32B85}"/>
              </a:ext>
            </a:extLst>
          </p:cNvPr>
          <p:cNvSpPr>
            <a:spLocks noGrp="1"/>
          </p:cNvSpPr>
          <p:nvPr>
            <p:ph type="body" sz="half" idx="2" hasCustomPrompt="1"/>
          </p:nvPr>
        </p:nvSpPr>
        <p:spPr>
          <a:xfrm>
            <a:off x="443366" y="1444649"/>
            <a:ext cx="3365063" cy="4579079"/>
          </a:xfrm>
        </p:spPr>
        <p:txBody>
          <a:bodyPr rtlCol="0"/>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zh-CN" altLang="en-US" noProof="0"/>
              <a:t>编辑母版文本样式</a:t>
            </a:r>
          </a:p>
        </p:txBody>
      </p:sp>
      <p:sp>
        <p:nvSpPr>
          <p:cNvPr id="22" name="内容占位符 2">
            <a:extLst>
              <a:ext uri="{FF2B5EF4-FFF2-40B4-BE49-F238E27FC236}">
                <a16:creationId xmlns:a16="http://schemas.microsoft.com/office/drawing/2014/main" id="{A015C605-1D30-48BC-A0D6-3B11AF56CC53}"/>
              </a:ext>
            </a:extLst>
          </p:cNvPr>
          <p:cNvSpPr>
            <a:spLocks noGrp="1"/>
          </p:cNvSpPr>
          <p:nvPr>
            <p:ph idx="1" hasCustomPrompt="1"/>
          </p:nvPr>
        </p:nvSpPr>
        <p:spPr>
          <a:xfrm>
            <a:off x="3964290" y="1444649"/>
            <a:ext cx="7694310" cy="4579079"/>
          </a:xfrm>
        </p:spPr>
        <p:txBody>
          <a:bodyPr rtlCol="0">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Tree>
    <p:extLst>
      <p:ext uri="{BB962C8B-B14F-4D97-AF65-F5344CB8AC3E}">
        <p14:creationId xmlns:p14="http://schemas.microsoft.com/office/powerpoint/2010/main" val="12129895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
        <p:nvSpPr>
          <p:cNvPr id="18" name="长方形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9" name="任意多边形：形状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20" name="任意多边形：形状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21" name="任意多边形：形状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2" name="任意多边形：形状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nvGrpSpPr>
          <p:cNvPr id="24" name="组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任意多边形：形状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26" name="任意多边形：形状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30" name="任意多边形：形状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31" name="灯片编号占位符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rtlCol="0"/>
          <a:lstStyle>
            <a:lvl1pPr>
              <a:defRPr sz="1000">
                <a:solidFill>
                  <a:schemeClr val="bg1"/>
                </a:solidFill>
                <a:latin typeface="Microsoft YaHei UI" panose="020B0503020204020204" pitchFamily="34" charset="-122"/>
              </a:defRPr>
            </a:lvl1pPr>
          </a:lstStyle>
          <a:p>
            <a:fld id="{C263D6C4-4840-40CC-AC84-17E24B3B7BDE}" type="slidenum">
              <a:rPr lang="en-GB" altLang="zh-CN" noProof="0" smtClean="0"/>
              <a:pPr/>
              <a:t>‹#›</a:t>
            </a:fld>
            <a:endParaRPr lang="zh-CN" altLang="en-US" noProof="0"/>
          </a:p>
        </p:txBody>
      </p:sp>
    </p:spTree>
    <p:extLst>
      <p:ext uri="{BB962C8B-B14F-4D97-AF65-F5344CB8AC3E}">
        <p14:creationId xmlns:p14="http://schemas.microsoft.com/office/powerpoint/2010/main" val="26723047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谢谢 1">
    <p:spTree>
      <p:nvGrpSpPr>
        <p:cNvPr id="1" name=""/>
        <p:cNvGrpSpPr/>
        <p:nvPr/>
      </p:nvGrpSpPr>
      <p:grpSpPr>
        <a:xfrm>
          <a:off x="0" y="0"/>
          <a:ext cx="0" cy="0"/>
          <a:chOff x="0" y="0"/>
          <a:chExt cx="0" cy="0"/>
        </a:xfrm>
      </p:grpSpPr>
      <p:sp>
        <p:nvSpPr>
          <p:cNvPr id="21" name="长方形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5" name="任意多边形：形状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6" name="任意多边形：形状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20" name="任意多边形：形状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grpSp>
        <p:nvGrpSpPr>
          <p:cNvPr id="6" name="组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直角三角形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8" name="直角三角形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9" name="直角三角形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grpSp>
      <p:sp>
        <p:nvSpPr>
          <p:cNvPr id="2" name="标题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icrosoft YaHei UI" panose="020B0503020204020204" pitchFamily="34" charset="-122"/>
                <a:ea typeface="Tahoma" panose="020B0604030504040204" pitchFamily="34" charset="0"/>
                <a:cs typeface="Tahoma" panose="020B0604030504040204" pitchFamily="34" charset="0"/>
              </a:defRPr>
            </a:lvl1pPr>
          </a:lstStyle>
          <a:p>
            <a:pPr lvl="0" rtl="0"/>
            <a:r>
              <a:rPr lang="zh-CN" altLang="en-US" noProof="0"/>
              <a:t>谢谢</a:t>
            </a:r>
            <a:endParaRPr lang="zh-CN" altLang="en-GB" noProof="0"/>
          </a:p>
        </p:txBody>
      </p:sp>
    </p:spTree>
    <p:extLst>
      <p:ext uri="{BB962C8B-B14F-4D97-AF65-F5344CB8AC3E}">
        <p14:creationId xmlns:p14="http://schemas.microsoft.com/office/powerpoint/2010/main" val="22363861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谢谢 2">
    <p:spTree>
      <p:nvGrpSpPr>
        <p:cNvPr id="1" name=""/>
        <p:cNvGrpSpPr/>
        <p:nvPr/>
      </p:nvGrpSpPr>
      <p:grpSpPr>
        <a:xfrm>
          <a:off x="0" y="0"/>
          <a:ext cx="0" cy="0"/>
          <a:chOff x="0" y="0"/>
          <a:chExt cx="0" cy="0"/>
        </a:xfrm>
      </p:grpSpPr>
      <p:sp>
        <p:nvSpPr>
          <p:cNvPr id="21" name="长方形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5" name="任意多边形：形状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16" name="任意多边形：形状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20" name="任意多边形：形状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GB" noProof="0">
              <a:latin typeface="Microsoft YaHei UI" panose="020B0503020204020204" pitchFamily="34" charset="-122"/>
            </a:endParaRPr>
          </a:p>
        </p:txBody>
      </p:sp>
      <p:sp>
        <p:nvSpPr>
          <p:cNvPr id="2" name="标题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icrosoft YaHei UI" panose="020B0503020204020204" pitchFamily="34" charset="-122"/>
                <a:ea typeface="Tahoma" panose="020B0604030504040204" pitchFamily="34" charset="0"/>
                <a:cs typeface="Tahoma" panose="020B0604030504040204" pitchFamily="34" charset="0"/>
              </a:defRPr>
            </a:lvl1pPr>
          </a:lstStyle>
          <a:p>
            <a:pPr lvl="0" rtl="0"/>
            <a:r>
              <a:rPr lang="zh-CN" altLang="en-US" noProof="0"/>
              <a:t>谢谢</a:t>
            </a:r>
            <a:endParaRPr lang="zh-CN" altLang="en-GB" noProof="0"/>
          </a:p>
        </p:txBody>
      </p:sp>
      <p:sp>
        <p:nvSpPr>
          <p:cNvPr id="35" name="任意多边形：形状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32" name="任意多边形：形状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30" name="任意多边形：形状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pPr rtl="0"/>
            <a:r>
              <a:rPr lang="zh-CN" altLang="en-US" noProof="0"/>
              <a:t>单击此处编辑母版标题样式</a:t>
            </a:r>
          </a:p>
        </p:txBody>
      </p:sp>
      <p:sp>
        <p:nvSpPr>
          <p:cNvPr id="3" name="文本占位符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rtl="0"/>
            <a:r>
              <a:rPr lang="zh-CN" altLang="en-US" noProof="0"/>
              <a:t>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p>
        </p:txBody>
      </p:sp>
      <p:sp>
        <p:nvSpPr>
          <p:cNvPr id="6" name="灯片编号占位符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latin typeface="Microsoft YaHei UI" panose="020B0503020204020204" pitchFamily="34" charset="-122"/>
              </a:defRPr>
            </a:lvl1pPr>
          </a:lstStyle>
          <a:p>
            <a:fld id="{C263D6C4-4840-40CC-AC84-17E24B3B7BDE}" type="slidenum">
              <a:rPr lang="en-US" altLang="zh-CN" noProof="0" smtClean="0"/>
              <a:pPr/>
              <a:t>‹#›</a:t>
            </a:fld>
            <a:endParaRPr lang="zh-CN" altLang="en-US" noProof="0"/>
          </a:p>
        </p:txBody>
      </p:sp>
      <p:sp>
        <p:nvSpPr>
          <p:cNvPr id="5" name="长方形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7" name="任意多边形：形状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8" name="任意多边形：形状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rtl="0"/>
            <a:endParaRPr lang="zh-CN" altLang="en-US" noProof="0">
              <a:latin typeface="Microsoft YaHei UI" panose="020B0503020204020204" pitchFamily="34" charset="-122"/>
            </a:endParaRPr>
          </a:p>
        </p:txBody>
      </p:sp>
      <p:sp>
        <p:nvSpPr>
          <p:cNvPr id="9" name="任意多边形：形状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0" name="任意多边形：形状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1" name="标题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pPr rtl="0"/>
            <a:r>
              <a:rPr lang="zh-CN" altLang="en-US" noProof="0">
                <a:latin typeface="Microsoft YaHei UI" panose="020B0503020204020204" pitchFamily="34" charset="-122"/>
              </a:rPr>
              <a:t>单击此处编辑母版标题样式</a:t>
            </a:r>
          </a:p>
        </p:txBody>
      </p:sp>
      <p:grpSp>
        <p:nvGrpSpPr>
          <p:cNvPr id="12" name="组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任意多边形：形状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4" name="任意多边形：形状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grpSp>
        <p:nvGrpSpPr>
          <p:cNvPr id="15" name="组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矩形：剪去一角的矩形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zh-CN" altLang="en-US" noProof="0">
                <a:latin typeface="Microsoft YaHei UI" panose="020B0503020204020204" pitchFamily="34" charset="-122"/>
              </a:endParaRPr>
            </a:p>
          </p:txBody>
        </p:sp>
        <p:sp>
          <p:nvSpPr>
            <p:cNvPr id="17" name="矩形：剪去一角的矩形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grpSp>
      <p:sp>
        <p:nvSpPr>
          <p:cNvPr id="18" name="任意多边形：形状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a:latin typeface="Microsoft YaHei UI" panose="020B0503020204020204" pitchFamily="34" charset="-122"/>
            </a:endParaRPr>
          </a:p>
        </p:txBody>
      </p:sp>
      <p:sp>
        <p:nvSpPr>
          <p:cNvPr id="19" name="灯片编号占位符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rtlCol="0"/>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fld id="{C263D6C4-4840-40CC-AC84-17E24B3B7BDE}" type="slidenum">
              <a:rPr lang="en-US" altLang="zh-CN" noProof="0" smtClean="0">
                <a:latin typeface="Microsoft YaHei UI" panose="020B0503020204020204" pitchFamily="34" charset="-122"/>
              </a:rPr>
              <a:pPr/>
              <a:t>‹#›</a:t>
            </a:fld>
            <a:endParaRPr lang="zh-CN" altLang="en-US" noProof="0">
              <a:latin typeface="Microsoft YaHei UI" panose="020B0503020204020204" pitchFamily="34" charset="-122"/>
            </a:endParaRPr>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4" r:id="rId7"/>
    <p:sldLayoutId id="2147483665" r:id="rId8"/>
    <p:sldLayoutId id="2147483673" r:id="rId9"/>
    <p:sldLayoutId id="2147483662" r:id="rId10"/>
    <p:sldLayoutId id="2147483663" r:id="rId11"/>
    <p:sldLayoutId id="2147483664" r:id="rId12"/>
    <p:sldLayoutId id="2147483675" r:id="rId13"/>
    <p:sldLayoutId id="2147483676" r:id="rId14"/>
    <p:sldLayoutId id="2147483672" r:id="rId15"/>
    <p:sldLayoutId id="2147483667" r:id="rId16"/>
    <p:sldLayoutId id="2147483668"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icrosoft YaHei UI" panose="020B0503020204020204" pitchFamily="34" charset="-122"/>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icrosoft YaHei UI" panose="020B0503020204020204" pitchFamily="34" charset="-122"/>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icrosoft YaHei UI" panose="020B0503020204020204" pitchFamily="34" charset="-122"/>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icrosoft YaHei UI" panose="020B0503020204020204" pitchFamily="34" charset="-122"/>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icrosoft YaHei UI" panose="020B0503020204020204" pitchFamily="34" charset="-122"/>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icrosoft YaHei UI" panose="020B0503020204020204" pitchFamily="34" charset="-122"/>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image" Target="../media/image4.sv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hyperlink" Target="https://support.office.com/zh-cn/article/%e7%bc%96%e8%be%91%e6%bc%94%e7%a4%ba%e6%96%87%e7%a8%bf-ff353d37-742a-4aa8-8bdd-6b1f488127a2?omkt=zh-CN&amp;ui=zh-CN&amp;rs=zh-CN&amp;ad=CN" TargetMode="External"/><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zh-CN" altLang="en-US" dirty="0">
                <a:ea typeface="Microsoft YaHei UI" panose="020B0503020204020204" pitchFamily="34" charset="-122"/>
              </a:rPr>
              <a:t>代孕事件</a:t>
            </a:r>
            <a:endParaRPr lang="en-GB" dirty="0">
              <a:ea typeface="Microsoft YaHei UI" panose="020B0503020204020204" pitchFamily="34" charset="-122"/>
            </a:endParaRPr>
          </a:p>
        </p:txBody>
      </p:sp>
      <p:sp>
        <p:nvSpPr>
          <p:cNvPr id="3" name="副标题 2">
            <a:extLst>
              <a:ext uri="{FF2B5EF4-FFF2-40B4-BE49-F238E27FC236}">
                <a16:creationId xmlns:a16="http://schemas.microsoft.com/office/drawing/2014/main" id="{0D537F64-4C96-4AA8-BB21-E8053A3186DD}"/>
              </a:ext>
            </a:extLst>
          </p:cNvPr>
          <p:cNvSpPr>
            <a:spLocks noGrp="1"/>
          </p:cNvSpPr>
          <p:nvPr>
            <p:ph type="subTitle" idx="1"/>
          </p:nvPr>
        </p:nvSpPr>
        <p:spPr/>
        <p:txBody>
          <a:bodyPr rtlCol="0"/>
          <a:lstStyle/>
          <a:p>
            <a:pPr marL="0" indent="0" rtl="0">
              <a:buNone/>
            </a:pPr>
            <a:r>
              <a:rPr lang="zh-CN" altLang="en-US" dirty="0">
                <a:ea typeface="Microsoft YaHei UI" panose="020B0503020204020204" pitchFamily="34" charset="-122"/>
              </a:rPr>
              <a:t>概论</a:t>
            </a:r>
            <a:r>
              <a:rPr lang="en-US" altLang="zh-CN" dirty="0">
                <a:ea typeface="Microsoft YaHei UI" panose="020B0503020204020204" pitchFamily="34" charset="-122"/>
              </a:rPr>
              <a:t> – </a:t>
            </a:r>
            <a:r>
              <a:rPr lang="zh-CN" altLang="en-US" dirty="0">
                <a:ea typeface="Microsoft YaHei UI" panose="020B0503020204020204" pitchFamily="34" charset="-122"/>
              </a:rPr>
              <a:t>第三组</a:t>
            </a:r>
            <a:endParaRPr lang="en-GB" dirty="0">
              <a:ea typeface="Microsoft YaHei UI" panose="020B0503020204020204" pitchFamily="34" charset="-122"/>
            </a:endParaRP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3BD8413-C238-49D7-A4E1-E8FEF1811A0E}"/>
              </a:ext>
            </a:extLst>
          </p:cNvPr>
          <p:cNvSpPr>
            <a:spLocks noGrp="1"/>
          </p:cNvSpPr>
          <p:nvPr>
            <p:ph type="title"/>
          </p:nvPr>
        </p:nvSpPr>
        <p:spPr/>
        <p:txBody>
          <a:bodyPr rtlCol="0"/>
          <a:lstStyle/>
          <a:p>
            <a:pPr rtl="0"/>
            <a:r>
              <a:rPr lang="zh-CN" altLang="en-US" dirty="0"/>
              <a:t>节标题 </a:t>
            </a:r>
            <a:r>
              <a:rPr lang="en-US" altLang="zh-CN" dirty="0"/>
              <a:t>01</a:t>
            </a:r>
            <a:endParaRPr lang="zh-CN" altLang="en-US" dirty="0"/>
          </a:p>
        </p:txBody>
      </p:sp>
      <p:sp>
        <p:nvSpPr>
          <p:cNvPr id="5" name="文本占位符 4">
            <a:extLst>
              <a:ext uri="{FF2B5EF4-FFF2-40B4-BE49-F238E27FC236}">
                <a16:creationId xmlns:a16="http://schemas.microsoft.com/office/drawing/2014/main" id="{0A95F4DE-39B7-4CE2-BC1E-8B8AE662A895}"/>
              </a:ext>
            </a:extLst>
          </p:cNvPr>
          <p:cNvSpPr>
            <a:spLocks noGrp="1"/>
          </p:cNvSpPr>
          <p:nvPr>
            <p:ph type="body" idx="1"/>
          </p:nvPr>
        </p:nvSpPr>
        <p:spPr/>
        <p:txBody>
          <a:bodyPr rtlCol="0"/>
          <a:lstStyle/>
          <a:p>
            <a:pPr rtl="0"/>
            <a:r>
              <a:rPr lang="zh-CN" altLang="en-US" dirty="0"/>
              <a:t>副标题</a:t>
            </a:r>
          </a:p>
        </p:txBody>
      </p:sp>
      <p:sp>
        <p:nvSpPr>
          <p:cNvPr id="2" name="灯片编号占位符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rtlCol="0"/>
          <a:lstStyle/>
          <a:p>
            <a:pPr rtl="0"/>
            <a:fld id="{C263D6C4-4840-40CC-AC84-17E24B3B7BDE}" type="slidenum">
              <a:rPr lang="en-US" altLang="zh-CN" smtClean="0"/>
              <a:pPr/>
              <a:t>2</a:t>
            </a:fld>
            <a:endParaRPr lang="zh-CN" altLang="en-US"/>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BD179B88-D43C-4A31-9A52-3498E9430782}"/>
              </a:ext>
            </a:extLst>
          </p:cNvPr>
          <p:cNvSpPr>
            <a:spLocks noGrp="1"/>
          </p:cNvSpPr>
          <p:nvPr>
            <p:ph type="title"/>
          </p:nvPr>
        </p:nvSpPr>
        <p:spPr/>
        <p:txBody>
          <a:bodyPr rtlCol="0"/>
          <a:lstStyle/>
          <a:p>
            <a:pPr rtl="0"/>
            <a:r>
              <a:rPr lang="zh-CN" altLang="en-US" dirty="0"/>
              <a:t>节标题 </a:t>
            </a:r>
            <a:r>
              <a:rPr lang="en-US" altLang="zh-CN" dirty="0"/>
              <a:t>02</a:t>
            </a:r>
          </a:p>
        </p:txBody>
      </p:sp>
      <p:sp>
        <p:nvSpPr>
          <p:cNvPr id="5" name="文本占位符 4">
            <a:extLst>
              <a:ext uri="{FF2B5EF4-FFF2-40B4-BE49-F238E27FC236}">
                <a16:creationId xmlns:a16="http://schemas.microsoft.com/office/drawing/2014/main" id="{DCDDBE65-9AB1-4989-AF86-726591A6A128}"/>
              </a:ext>
            </a:extLst>
          </p:cNvPr>
          <p:cNvSpPr>
            <a:spLocks noGrp="1"/>
          </p:cNvSpPr>
          <p:nvPr>
            <p:ph type="body" idx="1"/>
          </p:nvPr>
        </p:nvSpPr>
        <p:spPr/>
        <p:txBody>
          <a:bodyPr rtlCol="0"/>
          <a:lstStyle/>
          <a:p>
            <a:pPr rtl="0"/>
            <a:r>
              <a:rPr lang="zh-CN" altLang="en-US" dirty="0"/>
              <a:t>副标题</a:t>
            </a:r>
          </a:p>
        </p:txBody>
      </p:sp>
      <p:sp>
        <p:nvSpPr>
          <p:cNvPr id="2" name="灯片编号占位符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rtlCol="0"/>
          <a:lstStyle/>
          <a:p>
            <a:pPr rtl="0"/>
            <a:fld id="{C263D6C4-4840-40CC-AC84-17E24B3B7BDE}" type="slidenum">
              <a:rPr lang="en-US" altLang="zh-CN" smtClean="0"/>
              <a:pPr/>
              <a:t>3</a:t>
            </a:fld>
            <a:endParaRPr lang="zh-CN" altLang="en-US"/>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7875C19A-1AAE-476A-A316-A2CF92D763D3}"/>
              </a:ext>
            </a:extLst>
          </p:cNvPr>
          <p:cNvSpPr>
            <a:spLocks noGrp="1"/>
          </p:cNvSpPr>
          <p:nvPr>
            <p:ph type="title"/>
          </p:nvPr>
        </p:nvSpPr>
        <p:spPr/>
        <p:txBody>
          <a:bodyPr rtlCol="0"/>
          <a:lstStyle/>
          <a:p>
            <a:pPr rtl="0"/>
            <a:r>
              <a:rPr lang="zh-CN" altLang="en-US"/>
              <a:t>内容标题</a:t>
            </a:r>
          </a:p>
        </p:txBody>
      </p:sp>
      <p:sp>
        <p:nvSpPr>
          <p:cNvPr id="10" name="文本占位符 9">
            <a:extLst>
              <a:ext uri="{FF2B5EF4-FFF2-40B4-BE49-F238E27FC236}">
                <a16:creationId xmlns:a16="http://schemas.microsoft.com/office/drawing/2014/main" id="{EF2BC084-E6DB-4DE7-B309-042A85EBA700}"/>
              </a:ext>
            </a:extLst>
          </p:cNvPr>
          <p:cNvSpPr>
            <a:spLocks noGrp="1"/>
          </p:cNvSpPr>
          <p:nvPr>
            <p:ph type="body" sz="quarter" idx="13"/>
          </p:nvPr>
        </p:nvSpPr>
        <p:spPr/>
        <p:txBody>
          <a:bodyPr rtlCol="0"/>
          <a:lstStyle/>
          <a:p>
            <a:pPr rtl="0"/>
            <a:r>
              <a:rPr lang="en-US" altLang="zh-CN"/>
              <a:t>Lorem ipsum dolor sit amet, consectetuer adipiscing elit. Maecenas porttitor congue massa. Fusce posuere, magna sed pulvinar ultricies, purus lectus malesuada libero, sit amet commodo magna eros quis urna. </a:t>
            </a:r>
            <a:endParaRPr lang="zh-CN" altLang="en-US"/>
          </a:p>
          <a:p>
            <a:pPr rtl="0"/>
            <a:r>
              <a:rPr lang="en-US" altLang="zh-CN"/>
              <a:t>Nunc viverra imperdiet enim. Fusce est. Vivamus a tellus. </a:t>
            </a:r>
            <a:endParaRPr lang="zh-CN" altLang="en-US"/>
          </a:p>
          <a:p>
            <a:pPr rtl="0"/>
            <a:r>
              <a:rPr lang="en-US" altLang="zh-CN"/>
              <a:t>Pellentesque</a:t>
            </a:r>
            <a:r>
              <a:rPr lang="zh-CN" altLang="en-US"/>
              <a:t> </a:t>
            </a:r>
            <a:r>
              <a:rPr lang="en-US" altLang="zh-CN"/>
              <a:t>habitant morbi tristique senectus et netus et malesuada fames ac turpis egestas. Proin pharetra nonummy pede. Mauris et orci. </a:t>
            </a:r>
            <a:endParaRPr lang="zh-CN" altLang="en-US"/>
          </a:p>
        </p:txBody>
      </p:sp>
      <p:sp>
        <p:nvSpPr>
          <p:cNvPr id="2" name="灯片编号占位符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rtlCol="0"/>
          <a:lstStyle/>
          <a:p>
            <a:pPr rtl="0"/>
            <a:fld id="{C263D6C4-4840-40CC-AC84-17E24B3B7BDE}" type="slidenum">
              <a:rPr lang="en-US" altLang="zh-CN" smtClean="0"/>
              <a:pPr/>
              <a:t>4</a:t>
            </a:fld>
            <a:endParaRPr lang="zh-CN" altLang="en-US"/>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zh-CN" altLang="en-US"/>
              <a:t>内容标题</a:t>
            </a:r>
          </a:p>
        </p:txBody>
      </p:sp>
      <p:sp>
        <p:nvSpPr>
          <p:cNvPr id="2" name="灯片编号占位符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rtlCol="0"/>
          <a:lstStyle/>
          <a:p>
            <a:pPr rtl="0"/>
            <a:fld id="{C263D6C4-4840-40CC-AC84-17E24B3B7BDE}" type="slidenum">
              <a:rPr lang="en-US" altLang="zh-CN" smtClean="0"/>
              <a:pPr/>
              <a:t>5</a:t>
            </a:fld>
            <a:endParaRPr lang="zh-CN" altLang="en-US"/>
          </a:p>
        </p:txBody>
      </p:sp>
      <p:sp>
        <p:nvSpPr>
          <p:cNvPr id="7" name="文本占位符 6">
            <a:extLst>
              <a:ext uri="{FF2B5EF4-FFF2-40B4-BE49-F238E27FC236}">
                <a16:creationId xmlns:a16="http://schemas.microsoft.com/office/drawing/2014/main" id="{B74126B4-1E6C-4FFF-9282-40E18A85A07F}"/>
              </a:ext>
            </a:extLst>
          </p:cNvPr>
          <p:cNvSpPr>
            <a:spLocks noGrp="1"/>
          </p:cNvSpPr>
          <p:nvPr>
            <p:ph type="body" sz="quarter" idx="1"/>
          </p:nvPr>
        </p:nvSpPr>
        <p:spPr/>
        <p:txBody>
          <a:bodyPr rtlCol="0"/>
          <a:lstStyle/>
          <a:p>
            <a:pPr rtl="0"/>
            <a:r>
              <a:rPr lang="en-US" altLang="zh-CN"/>
              <a:t>Lorem ipsum dolor sit amet</a:t>
            </a:r>
            <a:endParaRPr lang="zh-CN" altLang="en-US"/>
          </a:p>
        </p:txBody>
      </p:sp>
      <p:sp>
        <p:nvSpPr>
          <p:cNvPr id="5" name="文本占位符 4">
            <a:extLst>
              <a:ext uri="{FF2B5EF4-FFF2-40B4-BE49-F238E27FC236}">
                <a16:creationId xmlns:a16="http://schemas.microsoft.com/office/drawing/2014/main" id="{E0C87788-476B-4620-8002-A5C1177AD6C1}"/>
              </a:ext>
            </a:extLst>
          </p:cNvPr>
          <p:cNvSpPr>
            <a:spLocks noGrp="1"/>
          </p:cNvSpPr>
          <p:nvPr>
            <p:ph type="body" sz="quarter" idx="3"/>
          </p:nvPr>
        </p:nvSpPr>
        <p:spPr/>
        <p:txBody>
          <a:bodyPr rtlCol="0"/>
          <a:lstStyle/>
          <a:p>
            <a:pPr rtl="0"/>
            <a:r>
              <a:rPr lang="en-US" altLang="zh-CN"/>
              <a:t>Lorem ipsum dolor sit amet</a:t>
            </a:r>
            <a:endParaRPr lang="zh-CN" altLang="en-US"/>
          </a:p>
        </p:txBody>
      </p:sp>
      <p:sp>
        <p:nvSpPr>
          <p:cNvPr id="8" name="文本占位符 7">
            <a:extLst>
              <a:ext uri="{FF2B5EF4-FFF2-40B4-BE49-F238E27FC236}">
                <a16:creationId xmlns:a16="http://schemas.microsoft.com/office/drawing/2014/main" id="{47DC4E62-1A34-4F98-A451-214F1808519C}"/>
              </a:ext>
            </a:extLst>
          </p:cNvPr>
          <p:cNvSpPr>
            <a:spLocks noGrp="1"/>
          </p:cNvSpPr>
          <p:nvPr>
            <p:ph type="body" sz="quarter" idx="2"/>
          </p:nvPr>
        </p:nvSpPr>
        <p:spPr/>
        <p:txBody>
          <a:bodyPr rtlCol="0"/>
          <a:lstStyle/>
          <a:p>
            <a:pPr rtl="0"/>
            <a:r>
              <a:rPr lang="en-US" altLang="zh-CN"/>
              <a:t>Lorem ipsum dolor sit amet, consectetuer adipiscing elit. Maecenas porttitor congue massa. Fusce posuere, magna sed pulvinar ultricies, purus lectus malesuada libero, sit amet commodo magna eros quis urna. Nunc viverra imperdiet enim. Fusce est. Vivamus a tellus. </a:t>
            </a:r>
            <a:endParaRPr lang="zh-CN" altLang="en-US"/>
          </a:p>
          <a:p>
            <a:pPr rtl="0"/>
            <a:r>
              <a:rPr lang="en-US" altLang="zh-CN"/>
              <a:t>Pellentesque habitant morbi tristique senectus et netus et malesuada fames ac turpis egestas. Proin pharetra nonummy pede. Mauris et orci. </a:t>
            </a:r>
            <a:endParaRPr lang="zh-CN" altLang="en-US"/>
          </a:p>
          <a:p>
            <a:pPr rtl="0"/>
            <a:endParaRPr lang="zh-CN" altLang="en-US"/>
          </a:p>
          <a:p>
            <a:pPr rtl="0"/>
            <a:endParaRPr lang="zh-CN" altLang="en-US"/>
          </a:p>
        </p:txBody>
      </p:sp>
      <p:sp>
        <p:nvSpPr>
          <p:cNvPr id="6" name="文本占位符 5">
            <a:extLst>
              <a:ext uri="{FF2B5EF4-FFF2-40B4-BE49-F238E27FC236}">
                <a16:creationId xmlns:a16="http://schemas.microsoft.com/office/drawing/2014/main" id="{000A9570-5EF6-4AFB-9FCA-7C8998E3FEB1}"/>
              </a:ext>
            </a:extLst>
          </p:cNvPr>
          <p:cNvSpPr>
            <a:spLocks noGrp="1"/>
          </p:cNvSpPr>
          <p:nvPr>
            <p:ph type="body" sz="quarter" idx="4"/>
          </p:nvPr>
        </p:nvSpPr>
        <p:spPr/>
        <p:txBody>
          <a:bodyPr rtlCol="0"/>
          <a:lstStyle/>
          <a:p>
            <a:pPr rtl="0"/>
            <a:r>
              <a:rPr lang="en-US" altLang="zh-CN"/>
              <a:t>Lorem ipsum dolor sit amet, consectetuer adipiscing elit. Maecenas porttitor congue massa. Fusce posuere, magna sed pulvinar ultricies, purus lectus malesuada libero, sit amet commodo magna eros quis urna. Nunc viverra imperdiet enim. Fusce est. Vivamus a tellus. </a:t>
            </a:r>
            <a:endParaRPr lang="zh-CN" altLang="en-US"/>
          </a:p>
          <a:p>
            <a:pPr rtl="0"/>
            <a:r>
              <a:rPr lang="en-US" altLang="zh-CN"/>
              <a:t>Pellentesque habitant morbi tristique senectus et netus et malesuada fames ac turpis egestas. Proin pharetra nonummy pede. Mauris et orci. </a:t>
            </a:r>
            <a:endParaRPr lang="zh-CN" altLang="en-US"/>
          </a:p>
          <a:p>
            <a:pPr rtl="0"/>
            <a:endParaRPr lang="zh-CN" altLang="en-US"/>
          </a:p>
        </p:txBody>
      </p:sp>
    </p:spTree>
    <p:extLst>
      <p:ext uri="{BB962C8B-B14F-4D97-AF65-F5344CB8AC3E}">
        <p14:creationId xmlns:p14="http://schemas.microsoft.com/office/powerpoint/2010/main" val="360727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zh-CN" altLang="en-US"/>
              <a:t>内容标题</a:t>
            </a:r>
          </a:p>
        </p:txBody>
      </p:sp>
      <p:pic>
        <p:nvPicPr>
          <p:cNvPr id="25" name="图片占位符 24" descr="条形图">
            <a:extLst>
              <a:ext uri="{FF2B5EF4-FFF2-40B4-BE49-F238E27FC236}">
                <a16:creationId xmlns:a16="http://schemas.microsoft.com/office/drawing/2014/main" id="{C03AAFA7-022A-47F8-9DA1-7DC3897D1E52}"/>
              </a:ext>
            </a:extLst>
          </p:cNvPr>
          <p:cNvPicPr>
            <a:picLocks noGrp="1" noChangeAspect="1"/>
          </p:cNvPicPr>
          <p:nvPr>
            <p:ph type="pic" sz="quarter" idx="13"/>
          </p:nvPr>
        </p:nvPicPr>
        <p:blipFill>
          <a:blip r:embed="rId3">
            <a:extLst>
              <a:ext uri="{28A0092B-C50C-407E-A947-70E740481C1C}">
                <a14:useLocalDpi xmlns:a14="http://schemas.microsoft.com/office/drawing/2010/main"/>
              </a:ext>
              <a:ext uri="{96DAC541-7B7A-43D3-8B79-37D633B846F1}">
                <asvg:svgBlip xmlns:asvg="http://schemas.microsoft.com/office/drawing/2016/SVG/main" r:embed="rId4"/>
              </a:ext>
            </a:extLst>
          </a:blip>
          <a:srcRect t="63" b="63"/>
          <a:stretch>
            <a:fillRect/>
          </a:stretch>
        </p:blipFill>
        <p:spPr>
          <a:xfrm>
            <a:off x="978212" y="2096716"/>
            <a:ext cx="1259505" cy="1259505"/>
          </a:xfrm>
        </p:spPr>
      </p:pic>
      <p:sp>
        <p:nvSpPr>
          <p:cNvPr id="19" name="文本占位符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zh-CN" altLang="en-US"/>
              <a:t>此处显示标题 </a:t>
            </a:r>
            <a:r>
              <a:rPr lang="en-US" altLang="zh-CN"/>
              <a:t>01</a:t>
            </a:r>
            <a:endParaRPr lang="zh-CN" altLang="en-US"/>
          </a:p>
        </p:txBody>
      </p:sp>
      <p:pic>
        <p:nvPicPr>
          <p:cNvPr id="27" name="图片占位符 26" descr="时钟">
            <a:extLst>
              <a:ext uri="{FF2B5EF4-FFF2-40B4-BE49-F238E27FC236}">
                <a16:creationId xmlns:a16="http://schemas.microsoft.com/office/drawing/2014/main" id="{6F737161-FE67-434D-A781-59EDB9EDCB23}"/>
              </a:ext>
            </a:extLst>
          </p:cNvPr>
          <p:cNvPicPr>
            <a:picLocks noGrp="1" noChangeAspect="1"/>
          </p:cNvPicPr>
          <p:nvPr>
            <p:ph type="pic" sz="quarter" idx="14"/>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rcRect/>
          <a:stretch>
            <a:fillRect/>
          </a:stretch>
        </p:blipFill>
        <p:spPr/>
      </p:pic>
      <p:sp>
        <p:nvSpPr>
          <p:cNvPr id="20" name="文本占位符 19">
            <a:extLst>
              <a:ext uri="{FF2B5EF4-FFF2-40B4-BE49-F238E27FC236}">
                <a16:creationId xmlns:a16="http://schemas.microsoft.com/office/drawing/2014/main" id="{CB924A29-3538-4A3F-82A6-D2A7538C2111}"/>
              </a:ext>
            </a:extLst>
          </p:cNvPr>
          <p:cNvSpPr>
            <a:spLocks noGrp="1"/>
          </p:cNvSpPr>
          <p:nvPr>
            <p:ph type="body" sz="quarter" idx="19"/>
          </p:nvPr>
        </p:nvSpPr>
        <p:spPr/>
        <p:txBody>
          <a:bodyPr rtlCol="0"/>
          <a:lstStyle/>
          <a:p>
            <a:pPr rtl="0"/>
            <a:r>
              <a:rPr lang="zh-CN" altLang="en-US"/>
              <a:t>此处显示标题 </a:t>
            </a:r>
            <a:r>
              <a:rPr lang="en-US" altLang="zh-CN"/>
              <a:t>02</a:t>
            </a:r>
            <a:endParaRPr lang="zh-CN" altLang="en-US"/>
          </a:p>
        </p:txBody>
      </p:sp>
      <p:pic>
        <p:nvPicPr>
          <p:cNvPr id="29" name="图片占位符 28" descr="显微镜">
            <a:extLst>
              <a:ext uri="{FF2B5EF4-FFF2-40B4-BE49-F238E27FC236}">
                <a16:creationId xmlns:a16="http://schemas.microsoft.com/office/drawing/2014/main" id="{9E5BF01B-21D6-4D43-9CAE-0298685C1A7B}"/>
              </a:ext>
            </a:extLst>
          </p:cNvPr>
          <p:cNvPicPr>
            <a:picLocks noGrp="1" noChangeAspect="1"/>
          </p:cNvPicPr>
          <p:nvPr>
            <p:ph type="pic" sz="quarter" idx="15"/>
          </p:nvPr>
        </p:nvPicPr>
        <p:blipFill>
          <a:blip r:embed="rId7">
            <a:extLst>
              <a:ext uri="{28A0092B-C50C-407E-A947-70E740481C1C}">
                <a14:useLocalDpi xmlns:a14="http://schemas.microsoft.com/office/drawing/2010/main"/>
              </a:ext>
              <a:ext uri="{96DAC541-7B7A-43D3-8B79-37D633B846F1}">
                <asvg:svgBlip xmlns:asvg="http://schemas.microsoft.com/office/drawing/2016/SVG/main" r:embed="rId8"/>
              </a:ext>
            </a:extLst>
          </a:blip>
          <a:srcRect t="63" b="63"/>
          <a:stretch>
            <a:fillRect/>
          </a:stretch>
        </p:blipFill>
        <p:spPr/>
      </p:pic>
      <p:sp>
        <p:nvSpPr>
          <p:cNvPr id="21" name="文本占位符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zh-CN" altLang="en-US"/>
              <a:t>此处显示标题 </a:t>
            </a:r>
            <a:r>
              <a:rPr lang="en-US" altLang="zh-CN"/>
              <a:t>03</a:t>
            </a:r>
            <a:endParaRPr lang="zh-CN" altLang="en-US"/>
          </a:p>
        </p:txBody>
      </p:sp>
      <p:pic>
        <p:nvPicPr>
          <p:cNvPr id="31" name="图片占位符 30" descr="放大镜">
            <a:extLst>
              <a:ext uri="{FF2B5EF4-FFF2-40B4-BE49-F238E27FC236}">
                <a16:creationId xmlns:a16="http://schemas.microsoft.com/office/drawing/2014/main" id="{089E8AB6-C16E-4752-810F-8F98DB929DB5}"/>
              </a:ext>
            </a:extLst>
          </p:cNvPr>
          <p:cNvPicPr>
            <a:picLocks noGrp="1" noChangeAspect="1"/>
          </p:cNvPicPr>
          <p:nvPr>
            <p:ph type="pic" sz="quarter" idx="16"/>
          </p:nvPr>
        </p:nvPicPr>
        <p:blipFill>
          <a:blip r:embed="rId9">
            <a:extLst>
              <a:ext uri="{28A0092B-C50C-407E-A947-70E740481C1C}">
                <a14:useLocalDpi xmlns:a14="http://schemas.microsoft.com/office/drawing/2010/main"/>
              </a:ext>
              <a:ext uri="{96DAC541-7B7A-43D3-8B79-37D633B846F1}">
                <asvg:svgBlip xmlns:asvg="http://schemas.microsoft.com/office/drawing/2016/SVG/main" r:embed="rId10"/>
              </a:ext>
            </a:extLst>
          </a:blip>
          <a:srcRect/>
          <a:stretch>
            <a:fillRect/>
          </a:stretch>
        </p:blipFill>
        <p:spPr/>
      </p:pic>
      <p:sp>
        <p:nvSpPr>
          <p:cNvPr id="22" name="文本占位符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zh-CN" altLang="en-US"/>
              <a:t>此处显示标题 </a:t>
            </a:r>
            <a:r>
              <a:rPr lang="en-US" altLang="zh-CN"/>
              <a:t>04</a:t>
            </a:r>
            <a:endParaRPr lang="zh-CN" altLang="en-US"/>
          </a:p>
        </p:txBody>
      </p:sp>
      <p:pic>
        <p:nvPicPr>
          <p:cNvPr id="33" name="图片占位符 32" descr="带齿轮的头">
            <a:extLst>
              <a:ext uri="{FF2B5EF4-FFF2-40B4-BE49-F238E27FC236}">
                <a16:creationId xmlns:a16="http://schemas.microsoft.com/office/drawing/2014/main" id="{CC9DBBE5-5AD0-41E8-A719-84509E5D9F9E}"/>
              </a:ext>
            </a:extLst>
          </p:cNvPr>
          <p:cNvPicPr>
            <a:picLocks noGrp="1" noChangeAspect="1"/>
          </p:cNvPicPr>
          <p:nvPr>
            <p:ph type="pic" sz="quarter" idx="17"/>
          </p:nvPr>
        </p:nvPicPr>
        <p:blipFill>
          <a:blip r:embed="rId11">
            <a:extLst>
              <a:ext uri="{28A0092B-C50C-407E-A947-70E740481C1C}">
                <a14:useLocalDpi xmlns:a14="http://schemas.microsoft.com/office/drawing/2010/main"/>
              </a:ext>
              <a:ext uri="{96DAC541-7B7A-43D3-8B79-37D633B846F1}">
                <asvg:svgBlip xmlns:asvg="http://schemas.microsoft.com/office/drawing/2016/SVG/main" r:embed="rId12"/>
              </a:ext>
            </a:extLst>
          </a:blip>
          <a:srcRect t="63" b="63"/>
          <a:stretch>
            <a:fillRect/>
          </a:stretch>
        </p:blipFill>
        <p:spPr/>
      </p:pic>
      <p:sp>
        <p:nvSpPr>
          <p:cNvPr id="23" name="文本占位符 22">
            <a:extLst>
              <a:ext uri="{FF2B5EF4-FFF2-40B4-BE49-F238E27FC236}">
                <a16:creationId xmlns:a16="http://schemas.microsoft.com/office/drawing/2014/main" id="{8D05A34F-7712-46DB-AB5B-272E294B62EE}"/>
              </a:ext>
            </a:extLst>
          </p:cNvPr>
          <p:cNvSpPr>
            <a:spLocks noGrp="1"/>
          </p:cNvSpPr>
          <p:nvPr>
            <p:ph type="body" sz="quarter" idx="22"/>
          </p:nvPr>
        </p:nvSpPr>
        <p:spPr/>
        <p:txBody>
          <a:bodyPr rtlCol="0"/>
          <a:lstStyle/>
          <a:p>
            <a:pPr rtl="0"/>
            <a:r>
              <a:rPr lang="zh-CN" altLang="en-US"/>
              <a:t>此处显示标题 </a:t>
            </a:r>
            <a:r>
              <a:rPr lang="en-US" altLang="zh-CN"/>
              <a:t>05</a:t>
            </a:r>
            <a:endParaRPr lang="zh-CN" altLang="en-US"/>
          </a:p>
        </p:txBody>
      </p:sp>
      <p:sp>
        <p:nvSpPr>
          <p:cNvPr id="2" name="灯片编号占位符 1">
            <a:extLst>
              <a:ext uri="{FF2B5EF4-FFF2-40B4-BE49-F238E27FC236}">
                <a16:creationId xmlns:a16="http://schemas.microsoft.com/office/drawing/2014/main" id="{CC1F11E7-EDE5-4119-BA64-4FC57C285D19}"/>
              </a:ext>
            </a:extLst>
          </p:cNvPr>
          <p:cNvSpPr>
            <a:spLocks noGrp="1"/>
          </p:cNvSpPr>
          <p:nvPr>
            <p:ph type="sldNum" sz="quarter" idx="12"/>
          </p:nvPr>
        </p:nvSpPr>
        <p:spPr/>
        <p:txBody>
          <a:bodyPr rtlCol="0"/>
          <a:lstStyle/>
          <a:p>
            <a:pPr rtl="0"/>
            <a:fld id="{C263D6C4-4840-40CC-AC84-17E24B3B7BDE}" type="slidenum">
              <a:rPr lang="en-US" altLang="zh-CN" smtClean="0"/>
              <a:pPr/>
              <a:t>6</a:t>
            </a:fld>
            <a:endParaRPr lang="zh-CN" altLang="en-US"/>
          </a:p>
        </p:txBody>
      </p:sp>
    </p:spTree>
    <p:extLst>
      <p:ext uri="{BB962C8B-B14F-4D97-AF65-F5344CB8AC3E}">
        <p14:creationId xmlns:p14="http://schemas.microsoft.com/office/powerpoint/2010/main" val="3892131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zh-CN" altLang="en-US"/>
              <a:t>内容标题</a:t>
            </a:r>
          </a:p>
        </p:txBody>
      </p:sp>
      <p:pic>
        <p:nvPicPr>
          <p:cNvPr id="20" name="图片占位符 19" descr="带有维度的三角形图案设计">
            <a:extLst>
              <a:ext uri="{FF2B5EF4-FFF2-40B4-BE49-F238E27FC236}">
                <a16:creationId xmlns:a16="http://schemas.microsoft.com/office/drawing/2014/main" id="{3DCA2B8E-64D3-7645-8DEB-688ED5756F52}"/>
              </a:ext>
            </a:extLst>
          </p:cNvPr>
          <p:cNvPicPr>
            <a:picLocks noGrp="1" noChangeAspect="1"/>
          </p:cNvPicPr>
          <p:nvPr>
            <p:ph type="pic" sz="quarter" idx="19"/>
          </p:nvPr>
        </p:nvPicPr>
        <p:blipFill>
          <a:blip r:embed="rId3">
            <a:extLst>
              <a:ext uri="{28A0092B-C50C-407E-A947-70E740481C1C}">
                <a14:useLocalDpi xmlns:a14="http://schemas.microsoft.com/office/drawing/2010/main" val="0"/>
              </a:ext>
            </a:extLst>
          </a:blip>
          <a:srcRect/>
          <a:stretch>
            <a:fillRect/>
          </a:stretch>
        </p:blipFill>
        <p:spPr/>
      </p:pic>
      <p:sp>
        <p:nvSpPr>
          <p:cNvPr id="19" name="文本占位符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zh-CN" altLang="en-US"/>
              <a:t>此处显示标题 </a:t>
            </a:r>
            <a:r>
              <a:rPr lang="en-US" altLang="zh-CN"/>
              <a:t>01</a:t>
            </a:r>
            <a:endParaRPr lang="zh-CN" altLang="en-US"/>
          </a:p>
        </p:txBody>
      </p:sp>
      <p:sp>
        <p:nvSpPr>
          <p:cNvPr id="21" name="文本占位符 20">
            <a:extLst>
              <a:ext uri="{FF2B5EF4-FFF2-40B4-BE49-F238E27FC236}">
                <a16:creationId xmlns:a16="http://schemas.microsoft.com/office/drawing/2014/main" id="{1B8F0371-4F69-4131-91BF-9AB99E6EE89B}"/>
              </a:ext>
            </a:extLst>
          </p:cNvPr>
          <p:cNvSpPr>
            <a:spLocks noGrp="1"/>
          </p:cNvSpPr>
          <p:nvPr>
            <p:ph type="body" sz="quarter" idx="20"/>
          </p:nvPr>
        </p:nvSpPr>
        <p:spPr/>
        <p:txBody>
          <a:bodyPr rtlCol="0"/>
          <a:lstStyle/>
          <a:p>
            <a:pPr rtl="0"/>
            <a:r>
              <a:rPr lang="zh-CN" altLang="en-US"/>
              <a:t>此处显示标题 </a:t>
            </a:r>
            <a:r>
              <a:rPr lang="en-US" altLang="zh-CN"/>
              <a:t>02</a:t>
            </a:r>
            <a:endParaRPr lang="zh-CN" altLang="en-US"/>
          </a:p>
        </p:txBody>
      </p:sp>
      <p:sp>
        <p:nvSpPr>
          <p:cNvPr id="22" name="文本占位符 21">
            <a:extLst>
              <a:ext uri="{FF2B5EF4-FFF2-40B4-BE49-F238E27FC236}">
                <a16:creationId xmlns:a16="http://schemas.microsoft.com/office/drawing/2014/main" id="{78CACAF1-61EA-4605-A8FE-2EEE752B49FF}"/>
              </a:ext>
            </a:extLst>
          </p:cNvPr>
          <p:cNvSpPr>
            <a:spLocks noGrp="1"/>
          </p:cNvSpPr>
          <p:nvPr>
            <p:ph type="body" sz="quarter" idx="21"/>
          </p:nvPr>
        </p:nvSpPr>
        <p:spPr/>
        <p:txBody>
          <a:bodyPr rtlCol="0"/>
          <a:lstStyle/>
          <a:p>
            <a:pPr rtl="0"/>
            <a:r>
              <a:rPr lang="zh-CN" altLang="en-US"/>
              <a:t>此处显示标题 </a:t>
            </a:r>
            <a:r>
              <a:rPr lang="en-US" altLang="zh-CN"/>
              <a:t>03</a:t>
            </a:r>
            <a:endParaRPr lang="zh-CN" altLang="en-US"/>
          </a:p>
        </p:txBody>
      </p:sp>
      <p:sp>
        <p:nvSpPr>
          <p:cNvPr id="2" name="灯片编号占位符 1">
            <a:extLst>
              <a:ext uri="{FF2B5EF4-FFF2-40B4-BE49-F238E27FC236}">
                <a16:creationId xmlns:a16="http://schemas.microsoft.com/office/drawing/2014/main" id="{2F478C69-0A1D-45FF-8600-ED903803FFE1}"/>
              </a:ext>
            </a:extLst>
          </p:cNvPr>
          <p:cNvSpPr>
            <a:spLocks noGrp="1"/>
          </p:cNvSpPr>
          <p:nvPr>
            <p:ph type="sldNum" sz="quarter" idx="12"/>
          </p:nvPr>
        </p:nvSpPr>
        <p:spPr/>
        <p:txBody>
          <a:bodyPr rtlCol="0"/>
          <a:lstStyle/>
          <a:p>
            <a:pPr rtl="0"/>
            <a:fld id="{C263D6C4-4840-40CC-AC84-17E24B3B7BDE}" type="slidenum">
              <a:rPr lang="en-US" altLang="zh-CN" smtClean="0"/>
              <a:pPr/>
              <a:t>7</a:t>
            </a:fld>
            <a:endParaRPr lang="zh-CN" altLang="en-US"/>
          </a:p>
        </p:txBody>
      </p:sp>
    </p:spTree>
    <p:extLst>
      <p:ext uri="{BB962C8B-B14F-4D97-AF65-F5344CB8AC3E}">
        <p14:creationId xmlns:p14="http://schemas.microsoft.com/office/powerpoint/2010/main" val="451187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315E3981-F0D7-482C-A8E0-6A57700BECA7}"/>
              </a:ext>
            </a:extLst>
          </p:cNvPr>
          <p:cNvSpPr>
            <a:spLocks noGrp="1"/>
          </p:cNvSpPr>
          <p:nvPr>
            <p:ph type="title"/>
          </p:nvPr>
        </p:nvSpPr>
        <p:spPr/>
        <p:txBody>
          <a:bodyPr rtlCol="0"/>
          <a:lstStyle/>
          <a:p>
            <a:pPr rtl="0"/>
            <a:r>
              <a:rPr lang="zh-CN" altLang="en-US"/>
              <a:t>内容标题</a:t>
            </a:r>
          </a:p>
        </p:txBody>
      </p:sp>
      <p:pic>
        <p:nvPicPr>
          <p:cNvPr id="8" name="图片占位符 7" descr="带有维度的三角形图案设计">
            <a:extLst>
              <a:ext uri="{FF2B5EF4-FFF2-40B4-BE49-F238E27FC236}">
                <a16:creationId xmlns:a16="http://schemas.microsoft.com/office/drawing/2014/main" id="{2301248D-7370-7643-9BE6-F8CDCFF4D460}"/>
              </a:ext>
            </a:extLst>
          </p:cNvPr>
          <p:cNvPicPr>
            <a:picLocks noGrp="1" noChangeAspect="1"/>
          </p:cNvPicPr>
          <p:nvPr>
            <p:ph type="pic" sz="quarter" idx="19"/>
          </p:nvPr>
        </p:nvPicPr>
        <p:blipFill rotWithShape="1">
          <a:blip r:embed="rId3">
            <a:extLst>
              <a:ext uri="{28A0092B-C50C-407E-A947-70E740481C1C}">
                <a14:useLocalDpi xmlns:a14="http://schemas.microsoft.com/office/drawing/2010/main" val="0"/>
              </a:ext>
            </a:extLst>
          </a:blip>
          <a:srcRect/>
          <a:stretch/>
        </p:blipFill>
        <p:spPr>
          <a:xfrm>
            <a:off x="-2" y="1352575"/>
            <a:ext cx="12192002" cy="2289897"/>
          </a:xfrm>
        </p:spPr>
      </p:pic>
      <p:sp>
        <p:nvSpPr>
          <p:cNvPr id="19" name="文本占位符 18">
            <a:extLst>
              <a:ext uri="{FF2B5EF4-FFF2-40B4-BE49-F238E27FC236}">
                <a16:creationId xmlns:a16="http://schemas.microsoft.com/office/drawing/2014/main" id="{782206B1-586F-4254-9B36-D06C4E294ACF}"/>
              </a:ext>
            </a:extLst>
          </p:cNvPr>
          <p:cNvSpPr>
            <a:spLocks noGrp="1"/>
          </p:cNvSpPr>
          <p:nvPr>
            <p:ph type="body" sz="quarter" idx="18"/>
          </p:nvPr>
        </p:nvSpPr>
        <p:spPr/>
        <p:txBody>
          <a:bodyPr rtlCol="0"/>
          <a:lstStyle/>
          <a:p>
            <a:pPr rtl="0"/>
            <a:r>
              <a:rPr lang="en-US" altLang="zh-CN"/>
              <a:t>Lorem ipsum dolor sit amet, consectetuer adipiscing elit. Maecenas porttitor congue massa. Fusce posuere, magna sed pulvinar ultricies, purus lectus malesuada libero, sit amet commodo magna eros quis urna. Nunc viverra imperdiet enim. Fusce est. Vivamus a tellus. </a:t>
            </a:r>
            <a:endParaRPr lang="zh-CN" altLang="en-US"/>
          </a:p>
          <a:p>
            <a:pPr rtl="0"/>
            <a:r>
              <a:rPr lang="en-US" altLang="zh-CN"/>
              <a:t>Pellentesque</a:t>
            </a:r>
            <a:r>
              <a:rPr lang="zh-CN" altLang="en-US"/>
              <a:t> </a:t>
            </a:r>
            <a:r>
              <a:rPr lang="en-US" altLang="zh-CN"/>
              <a:t>habitant morbi tristique senectus et netus et malesuada fames ac turpis egestas. Proin pharetra nonummy pede. Mauris et orci. </a:t>
            </a:r>
            <a:endParaRPr lang="zh-CN" altLang="en-US"/>
          </a:p>
        </p:txBody>
      </p:sp>
      <p:sp>
        <p:nvSpPr>
          <p:cNvPr id="2" name="灯片编号占位符 1">
            <a:extLst>
              <a:ext uri="{FF2B5EF4-FFF2-40B4-BE49-F238E27FC236}">
                <a16:creationId xmlns:a16="http://schemas.microsoft.com/office/drawing/2014/main" id="{FAC2D367-2A6E-41FE-A9EA-24FF17BCAA97}"/>
              </a:ext>
            </a:extLst>
          </p:cNvPr>
          <p:cNvSpPr>
            <a:spLocks noGrp="1"/>
          </p:cNvSpPr>
          <p:nvPr>
            <p:ph type="sldNum" sz="quarter" idx="12"/>
          </p:nvPr>
        </p:nvSpPr>
        <p:spPr/>
        <p:txBody>
          <a:bodyPr rtlCol="0"/>
          <a:lstStyle/>
          <a:p>
            <a:pPr rtl="0"/>
            <a:fld id="{C263D6C4-4840-40CC-AC84-17E24B3B7BDE}" type="slidenum">
              <a:rPr lang="en-US" altLang="zh-CN" smtClean="0"/>
              <a:pPr/>
              <a:t>8</a:t>
            </a:fld>
            <a:endParaRPr lang="zh-CN" altLang="en-US"/>
          </a:p>
        </p:txBody>
      </p:sp>
    </p:spTree>
    <p:extLst>
      <p:ext uri="{BB962C8B-B14F-4D97-AF65-F5344CB8AC3E}">
        <p14:creationId xmlns:p14="http://schemas.microsoft.com/office/powerpoint/2010/main" val="66310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pPr rtl="0"/>
            <a:r>
              <a:rPr lang="zh-CN" altLang="en-US"/>
              <a:t>表格</a:t>
            </a:r>
          </a:p>
        </p:txBody>
      </p:sp>
      <p:graphicFrame>
        <p:nvGraphicFramePr>
          <p:cNvPr id="6" name="表格 5">
            <a:extLst>
              <a:ext uri="{FF2B5EF4-FFF2-40B4-BE49-F238E27FC236}">
                <a16:creationId xmlns:a16="http://schemas.microsoft.com/office/drawing/2014/main" id="{E8EEB296-8554-4D20-B3B8-C0BBC380A58D}"/>
              </a:ext>
            </a:extLst>
          </p:cNvPr>
          <p:cNvGraphicFramePr>
            <a:graphicFrameLocks noGrp="1"/>
          </p:cNvGraphicFramePr>
          <p:nvPr>
            <p:extLst>
              <p:ext uri="{D42A27DB-BD31-4B8C-83A1-F6EECF244321}">
                <p14:modId xmlns:p14="http://schemas.microsoft.com/office/powerpoint/2010/main" val="1165754346"/>
              </p:ext>
            </p:extLst>
          </p:nvPr>
        </p:nvGraphicFramePr>
        <p:xfrm>
          <a:off x="1130300" y="1856740"/>
          <a:ext cx="9931400" cy="3931920"/>
        </p:xfrm>
        <a:graphic>
          <a:graphicData uri="http://schemas.openxmlformats.org/drawingml/2006/table">
            <a:tbl>
              <a:tblPr firstRow="1" bandRow="1">
                <a:tableStyleId>{5C22544A-7EE6-4342-B048-85BDC9FD1C3A}</a:tableStyleId>
              </a:tblPr>
              <a:tblGrid>
                <a:gridCol w="2482850">
                  <a:extLst>
                    <a:ext uri="{9D8B030D-6E8A-4147-A177-3AD203B41FA5}">
                      <a16:colId xmlns:a16="http://schemas.microsoft.com/office/drawing/2014/main" val="3559833401"/>
                    </a:ext>
                  </a:extLst>
                </a:gridCol>
                <a:gridCol w="2482850">
                  <a:extLst>
                    <a:ext uri="{9D8B030D-6E8A-4147-A177-3AD203B41FA5}">
                      <a16:colId xmlns:a16="http://schemas.microsoft.com/office/drawing/2014/main" val="82523989"/>
                    </a:ext>
                  </a:extLst>
                </a:gridCol>
                <a:gridCol w="2482850">
                  <a:extLst>
                    <a:ext uri="{9D8B030D-6E8A-4147-A177-3AD203B41FA5}">
                      <a16:colId xmlns:a16="http://schemas.microsoft.com/office/drawing/2014/main" val="3211310719"/>
                    </a:ext>
                  </a:extLst>
                </a:gridCol>
                <a:gridCol w="2482850">
                  <a:extLst>
                    <a:ext uri="{9D8B030D-6E8A-4147-A177-3AD203B41FA5}">
                      <a16:colId xmlns:a16="http://schemas.microsoft.com/office/drawing/2014/main" val="4160613981"/>
                    </a:ext>
                  </a:extLst>
                </a:gridCol>
              </a:tblGrid>
              <a:tr h="640080">
                <a:tc>
                  <a:txBody>
                    <a:bodyPr/>
                    <a:lstStyle/>
                    <a:p>
                      <a:pPr algn="ctr" rtl="0"/>
                      <a:r>
                        <a:rPr lang="zh-CN" altLang="en-US" sz="1600" b="0" noProof="0">
                          <a:latin typeface="Microsoft YaHei UI" panose="020B0503020204020204" pitchFamily="34" charset="-122"/>
                          <a:cs typeface="Arial" panose="020B0604020202020204" pitchFamily="34" charset="0"/>
                        </a:rPr>
                        <a:t>标题</a:t>
                      </a:r>
                    </a:p>
                  </a:txBody>
                  <a:tcPr anchor="ctr">
                    <a:lnL w="127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noProof="0">
                          <a:latin typeface="Microsoft YaHei UI" panose="020B0503020204020204" pitchFamily="34" charset="-122"/>
                          <a:cs typeface="Arial" panose="020B0604020202020204" pitchFamily="34" charset="0"/>
                        </a:rPr>
                        <a:t>职务</a:t>
                      </a: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noProof="0" dirty="0">
                          <a:latin typeface="Microsoft YaHei UI" panose="020B0503020204020204" pitchFamily="34" charset="-122"/>
                          <a:cs typeface="Arial" panose="020B0604020202020204" pitchFamily="34" charset="0"/>
                        </a:rPr>
                        <a:t>职务</a:t>
                      </a: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600" b="0" noProof="0">
                          <a:latin typeface="Microsoft YaHei UI" panose="020B0503020204020204" pitchFamily="34" charset="-122"/>
                          <a:cs typeface="Arial" panose="020B0604020202020204" pitchFamily="34" charset="0"/>
                        </a:rPr>
                        <a:t>标题</a:t>
                      </a:r>
                    </a:p>
                  </a:txBody>
                  <a:tcPr anchor="ctr">
                    <a:lnL w="12700" cap="flat" cmpd="sng" algn="ctr">
                      <a:solidFill>
                        <a:schemeClr val="accent2">
                          <a:lumMod val="75000"/>
                        </a:schemeClr>
                      </a:solidFill>
                      <a:prstDash val="solid"/>
                      <a:round/>
                      <a:headEnd type="none" w="med" len="med"/>
                      <a:tailEnd type="none" w="med" len="med"/>
                    </a:lnL>
                    <a:lnR w="127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38100" cap="flat" cmpd="sng" algn="ctr">
                      <a:solidFill>
                        <a:schemeClr val="accent2">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66630617"/>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381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446274366"/>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1758271508"/>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3736384641"/>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090935587"/>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noFill/>
                  </a:tcPr>
                </a:tc>
                <a:extLst>
                  <a:ext uri="{0D108BD9-81ED-4DB2-BD59-A6C34878D82A}">
                    <a16:rowId xmlns:a16="http://schemas.microsoft.com/office/drawing/2014/main" val="446909641"/>
                  </a:ext>
                </a:extLst>
              </a:tr>
              <a:tr h="548640">
                <a:tc>
                  <a:txBody>
                    <a:bodyPr/>
                    <a:lstStyle/>
                    <a:p>
                      <a:pPr rtl="0"/>
                      <a:endParaRPr lang="zh-CN" altLang="en-US" sz="1400" noProof="0">
                        <a:latin typeface="Microsoft YaHei UI" panose="020B0503020204020204" pitchFamily="34" charset="-122"/>
                      </a:endParaRPr>
                    </a:p>
                  </a:txBody>
                  <a:tcPr anchor="ctr">
                    <a:lnL w="38100" cap="flat" cmpd="sng" algn="ctr">
                      <a:no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12700" cap="flat" cmpd="sng" algn="ctr">
                      <a:solidFill>
                        <a:schemeClr val="accent2">
                          <a:lumMod val="75000"/>
                        </a:schemeClr>
                      </a:solid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tc>
                  <a:txBody>
                    <a:bodyPr/>
                    <a:lstStyle/>
                    <a:p>
                      <a:pPr rtl="0"/>
                      <a:endParaRPr lang="zh-CN" altLang="en-US" sz="1400" noProof="0" dirty="0">
                        <a:latin typeface="Microsoft YaHei UI" panose="020B0503020204020204" pitchFamily="34" charset="-122"/>
                      </a:endParaRPr>
                    </a:p>
                  </a:txBody>
                  <a:tcPr anchor="ctr">
                    <a:lnL w="12700" cap="flat" cmpd="sng" algn="ctr">
                      <a:solidFill>
                        <a:schemeClr val="accent2">
                          <a:lumMod val="75000"/>
                        </a:schemeClr>
                      </a:solidFill>
                      <a:prstDash val="solid"/>
                      <a:round/>
                      <a:headEnd type="none" w="med" len="med"/>
                      <a:tailEnd type="none" w="med" len="med"/>
                    </a:lnL>
                    <a:lnR w="38100" cap="flat" cmpd="sng" algn="ctr">
                      <a:noFill/>
                      <a:prstDash val="solid"/>
                      <a:round/>
                      <a:headEnd type="none" w="med" len="med"/>
                      <a:tailEnd type="none" w="med" len="med"/>
                    </a:lnR>
                    <a:lnT w="12700" cap="flat" cmpd="sng" algn="ctr">
                      <a:solidFill>
                        <a:schemeClr val="accent2">
                          <a:lumMod val="75000"/>
                        </a:schemeClr>
                      </a:solidFill>
                      <a:prstDash val="solid"/>
                      <a:round/>
                      <a:headEnd type="none" w="med" len="med"/>
                      <a:tailEnd type="none" w="med" len="med"/>
                    </a:lnT>
                    <a:lnB w="12700" cap="flat" cmpd="sng" algn="ctr">
                      <a:solidFill>
                        <a:schemeClr val="accent2">
                          <a:lumMod val="75000"/>
                        </a:schemeClr>
                      </a:solidFill>
                      <a:prstDash val="solid"/>
                      <a:round/>
                      <a:headEnd type="none" w="med" len="med"/>
                      <a:tailEnd type="none" w="med" len="med"/>
                    </a:lnB>
                    <a:solidFill>
                      <a:schemeClr val="accent5"/>
                    </a:solidFill>
                  </a:tcPr>
                </a:tc>
                <a:extLst>
                  <a:ext uri="{0D108BD9-81ED-4DB2-BD59-A6C34878D82A}">
                    <a16:rowId xmlns:a16="http://schemas.microsoft.com/office/drawing/2014/main" val="3472044516"/>
                  </a:ext>
                </a:extLst>
              </a:tr>
            </a:tbl>
          </a:graphicData>
        </a:graphic>
      </p:graphicFrame>
      <p:sp>
        <p:nvSpPr>
          <p:cNvPr id="2" name="灯片编号占位符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en-US" altLang="zh-CN" smtClean="0"/>
              <a:pPr/>
              <a:t>9</a:t>
            </a:fld>
            <a:endParaRPr lang="zh-CN" altLang="en-US"/>
          </a:p>
        </p:txBody>
      </p:sp>
    </p:spTree>
    <p:extLst>
      <p:ext uri="{BB962C8B-B14F-4D97-AF65-F5344CB8AC3E}">
        <p14:creationId xmlns:p14="http://schemas.microsoft.com/office/powerpoint/2010/main" val="106542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01323FB-427E-4A8D-B473-AB0657D8D23B}"/>
              </a:ext>
            </a:extLst>
          </p:cNvPr>
          <p:cNvSpPr>
            <a:spLocks noGrp="1"/>
          </p:cNvSpPr>
          <p:nvPr>
            <p:ph type="title"/>
          </p:nvPr>
        </p:nvSpPr>
        <p:spPr/>
        <p:txBody>
          <a:bodyPr rtlCol="0"/>
          <a:lstStyle/>
          <a:p>
            <a:pPr rtl="0"/>
            <a:r>
              <a:rPr lang="zh-CN" altLang="en-US" dirty="0"/>
              <a:t>图表</a:t>
            </a:r>
          </a:p>
        </p:txBody>
      </p:sp>
      <p:graphicFrame>
        <p:nvGraphicFramePr>
          <p:cNvPr id="7" name="图表 6" title="总收益占位符图表">
            <a:extLst>
              <a:ext uri="{FF2B5EF4-FFF2-40B4-BE49-F238E27FC236}">
                <a16:creationId xmlns:a16="http://schemas.microsoft.com/office/drawing/2014/main" id="{19AEAA04-4840-FB41-B910-5F3570D85F0A}"/>
              </a:ext>
            </a:extLst>
          </p:cNvPr>
          <p:cNvGraphicFramePr/>
          <p:nvPr>
            <p:extLst>
              <p:ext uri="{D42A27DB-BD31-4B8C-83A1-F6EECF244321}">
                <p14:modId xmlns:p14="http://schemas.microsoft.com/office/powerpoint/2010/main" val="806681113"/>
              </p:ext>
            </p:extLst>
          </p:nvPr>
        </p:nvGraphicFramePr>
        <p:xfrm>
          <a:off x="1250950" y="1712075"/>
          <a:ext cx="9690100" cy="4444199"/>
        </p:xfrm>
        <a:graphic>
          <a:graphicData uri="http://schemas.openxmlformats.org/drawingml/2006/chart">
            <c:chart xmlns:c="http://schemas.openxmlformats.org/drawingml/2006/chart" xmlns:r="http://schemas.openxmlformats.org/officeDocument/2006/relationships" r:id="rId3"/>
          </a:graphicData>
        </a:graphic>
      </p:graphicFrame>
      <p:sp>
        <p:nvSpPr>
          <p:cNvPr id="2" name="灯片编号占位符 1">
            <a:extLst>
              <a:ext uri="{FF2B5EF4-FFF2-40B4-BE49-F238E27FC236}">
                <a16:creationId xmlns:a16="http://schemas.microsoft.com/office/drawing/2014/main" id="{E4398C1C-6656-4A73-A680-62A81CDC27FD}"/>
              </a:ext>
            </a:extLst>
          </p:cNvPr>
          <p:cNvSpPr>
            <a:spLocks noGrp="1"/>
          </p:cNvSpPr>
          <p:nvPr>
            <p:ph type="sldNum" sz="quarter" idx="12"/>
          </p:nvPr>
        </p:nvSpPr>
        <p:spPr/>
        <p:txBody>
          <a:bodyPr rtlCol="0"/>
          <a:lstStyle/>
          <a:p>
            <a:pPr rtl="0"/>
            <a:fld id="{C263D6C4-4840-40CC-AC84-17E24B3B7BDE}" type="slidenum">
              <a:rPr lang="en-US" altLang="zh-CN" smtClean="0"/>
              <a:pPr/>
              <a:t>10</a:t>
            </a:fld>
            <a:endParaRPr lang="zh-CN" altLang="en-US" dirty="0"/>
          </a:p>
        </p:txBody>
      </p:sp>
    </p:spTree>
    <p:extLst>
      <p:ext uri="{BB962C8B-B14F-4D97-AF65-F5344CB8AC3E}">
        <p14:creationId xmlns:p14="http://schemas.microsoft.com/office/powerpoint/2010/main" val="3322300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A4CD37D6-FE32-48E3-A3AD-F07BE6A19FA1}"/>
              </a:ext>
            </a:extLst>
          </p:cNvPr>
          <p:cNvSpPr>
            <a:spLocks noGrp="1"/>
          </p:cNvSpPr>
          <p:nvPr>
            <p:ph type="title"/>
          </p:nvPr>
        </p:nvSpPr>
        <p:spPr>
          <a:xfrm>
            <a:off x="533399" y="3200400"/>
            <a:ext cx="7551057" cy="2859313"/>
          </a:xfrm>
        </p:spPr>
        <p:txBody>
          <a:bodyPr rtlCol="0"/>
          <a:lstStyle/>
          <a:p>
            <a:pPr rtl="0"/>
            <a:r>
              <a:rPr lang="zh-CN" altLang="en-US"/>
              <a:t>此处显示报价单</a:t>
            </a:r>
            <a:br>
              <a:rPr lang="zh-CN" altLang="en-US"/>
            </a:br>
            <a:r>
              <a:rPr lang="en-US" altLang="zh-CN"/>
              <a:t>Lorem ipsum dolor sit amet, consectetuer adipiscing elit. </a:t>
            </a:r>
            <a:r>
              <a:rPr lang="zh-CN" altLang="en-US"/>
              <a:t>”</a:t>
            </a:r>
            <a:br>
              <a:rPr lang="zh-CN" altLang="en-US"/>
            </a:br>
            <a:r>
              <a:rPr lang="en-US" altLang="zh-CN" sz="2400"/>
              <a:t>- </a:t>
            </a:r>
            <a:r>
              <a:rPr lang="zh-CN" altLang="en-US" sz="2400"/>
              <a:t>作者</a:t>
            </a:r>
            <a:endParaRPr lang="zh-CN" altLang="en-US"/>
          </a:p>
        </p:txBody>
      </p:sp>
      <p:sp>
        <p:nvSpPr>
          <p:cNvPr id="2" name="灯片编号占位符 1">
            <a:extLst>
              <a:ext uri="{FF2B5EF4-FFF2-40B4-BE49-F238E27FC236}">
                <a16:creationId xmlns:a16="http://schemas.microsoft.com/office/drawing/2014/main" id="{8EDC7217-2779-44E0-9E6D-3B3879516A1D}"/>
              </a:ext>
            </a:extLst>
          </p:cNvPr>
          <p:cNvSpPr>
            <a:spLocks noGrp="1"/>
          </p:cNvSpPr>
          <p:nvPr>
            <p:ph type="sldNum" sz="quarter" idx="12"/>
          </p:nvPr>
        </p:nvSpPr>
        <p:spPr/>
        <p:txBody>
          <a:bodyPr rtlCol="0"/>
          <a:lstStyle/>
          <a:p>
            <a:pPr rtl="0"/>
            <a:fld id="{C263D6C4-4840-40CC-AC84-17E24B3B7BDE}" type="slidenum">
              <a:rPr lang="en-US" altLang="zh-CN" smtClean="0"/>
              <a:pPr/>
              <a:t>11</a:t>
            </a:fld>
            <a:endParaRPr lang="zh-CN" altLang="en-US"/>
          </a:p>
        </p:txBody>
      </p:sp>
    </p:spTree>
    <p:extLst>
      <p:ext uri="{BB962C8B-B14F-4D97-AF65-F5344CB8AC3E}">
        <p14:creationId xmlns:p14="http://schemas.microsoft.com/office/powerpoint/2010/main" val="914134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zh-CN" altLang="en-US" dirty="0"/>
              <a:t>谢谢</a:t>
            </a:r>
          </a:p>
        </p:txBody>
      </p:sp>
    </p:spTree>
    <p:extLst>
      <p:ext uri="{BB962C8B-B14F-4D97-AF65-F5344CB8AC3E}">
        <p14:creationId xmlns:p14="http://schemas.microsoft.com/office/powerpoint/2010/main" val="429771863"/>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2BE5BF-9922-45FB-8F3F-4446D40A051B}"/>
              </a:ext>
            </a:extLst>
          </p:cNvPr>
          <p:cNvSpPr>
            <a:spLocks noGrp="1"/>
          </p:cNvSpPr>
          <p:nvPr>
            <p:ph type="ctrTitle"/>
          </p:nvPr>
        </p:nvSpPr>
        <p:spPr/>
        <p:txBody>
          <a:bodyPr rtlCol="0"/>
          <a:lstStyle/>
          <a:p>
            <a:pPr rtl="0"/>
            <a:r>
              <a:rPr lang="zh-CN" altLang="en-US" dirty="0"/>
              <a:t>谢谢</a:t>
            </a:r>
            <a:endParaRPr lang="zh-CN" altLang="en-GB" dirty="0"/>
          </a:p>
        </p:txBody>
      </p:sp>
    </p:spTree>
    <p:extLst>
      <p:ext uri="{BB962C8B-B14F-4D97-AF65-F5344CB8AC3E}">
        <p14:creationId xmlns:p14="http://schemas.microsoft.com/office/powerpoint/2010/main" val="44069682"/>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E98DCA46-603B-4178-8707-30E192CE6B8D}"/>
              </a:ext>
            </a:extLst>
          </p:cNvPr>
          <p:cNvSpPr>
            <a:spLocks noGrp="1"/>
          </p:cNvSpPr>
          <p:nvPr>
            <p:ph type="title"/>
          </p:nvPr>
        </p:nvSpPr>
        <p:spPr/>
        <p:txBody>
          <a:bodyPr rtlCol="0"/>
          <a:lstStyle/>
          <a:p>
            <a:pPr rtl="0"/>
            <a:r>
              <a:rPr lang="zh-CN" altLang="en-US"/>
              <a:t>自定义此模板</a:t>
            </a:r>
          </a:p>
        </p:txBody>
      </p:sp>
      <p:sp>
        <p:nvSpPr>
          <p:cNvPr id="8" name="文本框 7">
            <a:hlinkClick r:id="rId3"/>
            <a:extLst>
              <a:ext uri="{FF2B5EF4-FFF2-40B4-BE49-F238E27FC236}">
                <a16:creationId xmlns:a16="http://schemas.microsoft.com/office/drawing/2014/main" id="{5FC6C278-4035-446A-A94B-030E792FDDF5}"/>
              </a:ext>
            </a:extLst>
          </p:cNvPr>
          <p:cNvSpPr txBox="1"/>
          <p:nvPr/>
        </p:nvSpPr>
        <p:spPr>
          <a:xfrm>
            <a:off x="1547813" y="3188934"/>
            <a:ext cx="9096374" cy="1015663"/>
          </a:xfrm>
          <a:prstGeom prst="rect">
            <a:avLst/>
          </a:prstGeom>
          <a:noFill/>
        </p:spPr>
        <p:txBody>
          <a:bodyPr wrap="square" rtlCol="0">
            <a:spAutoFit/>
          </a:bodyPr>
          <a:lstStyle/>
          <a:p>
            <a:pPr algn="ctr" rtl="0"/>
            <a:r>
              <a:rPr lang="zh-CN" altLang="en-US" sz="6000" u="sng">
                <a:solidFill>
                  <a:schemeClr val="bg1"/>
                </a:solidFill>
                <a:latin typeface="Microsoft YaHei UI" panose="020B0503020204020204" pitchFamily="34" charset="-122"/>
              </a:rPr>
              <a:t>模板编辑说明和反馈</a:t>
            </a:r>
          </a:p>
        </p:txBody>
      </p:sp>
      <p:sp>
        <p:nvSpPr>
          <p:cNvPr id="2" name="灯片编号占位符 1">
            <a:extLst>
              <a:ext uri="{FF2B5EF4-FFF2-40B4-BE49-F238E27FC236}">
                <a16:creationId xmlns:a16="http://schemas.microsoft.com/office/drawing/2014/main" id="{6D90B5C6-1CB0-445E-99D1-8E2FE8C59B50}"/>
              </a:ext>
            </a:extLst>
          </p:cNvPr>
          <p:cNvSpPr>
            <a:spLocks noGrp="1"/>
          </p:cNvSpPr>
          <p:nvPr>
            <p:ph type="sldNum" sz="quarter" idx="12"/>
          </p:nvPr>
        </p:nvSpPr>
        <p:spPr/>
        <p:txBody>
          <a:bodyPr rtlCol="0"/>
          <a:lstStyle/>
          <a:p>
            <a:pPr rtl="0"/>
            <a:fld id="{C263D6C4-4840-40CC-AC84-17E24B3B7BDE}" type="slidenum">
              <a:rPr lang="en-US" altLang="zh-CN" smtClean="0"/>
              <a:pPr/>
              <a:t>14</a:t>
            </a:fld>
            <a:endParaRPr lang="zh-CN" altLang="en-US"/>
          </a:p>
        </p:txBody>
      </p:sp>
    </p:spTree>
    <p:extLst>
      <p:ext uri="{BB962C8B-B14F-4D97-AF65-F5344CB8AC3E}">
        <p14:creationId xmlns:p14="http://schemas.microsoft.com/office/powerpoint/2010/main" val="59582380"/>
      </p:ext>
    </p:extLst>
  </p:cSld>
  <p:clrMapOvr>
    <a:masterClrMapping/>
  </p:clrMapOvr>
</p:sld>
</file>

<file path=ppt/theme/theme1.xml><?xml version="1.0" encoding="utf-8"?>
<a:theme xmlns:a="http://schemas.openxmlformats.org/drawingml/2006/main" name="Office 主题">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677414_TF66687569" id="{F22184A5-AB04-428F-9DF8-5680AAA8BA35}" vid="{BBACD5B9-83A6-4F98-8328-281B6DAD09C4}"/>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10" ma:contentTypeDescription="Create a new document." ma:contentTypeScope="" ma:versionID="e3b47856d4cf355c0dacb39e1084d14f">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845a615265fdb1f7b12cc65ac20ecbd"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element ref="ns2:MediaServiceAuto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7" nillable="true" ma:displayName="MediaServiceAutoTags" ma:internalName="MediaServiceAutoTag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8A95DE24-D6C3-4A00-9085-D9594C193AE1}">
  <ds:schemaRefs>
    <ds:schemaRef ds:uri="http://schemas.microsoft.com/sharepoint/v3/contenttype/forms"/>
  </ds:schemaRefs>
</ds:datastoreItem>
</file>

<file path=customXml/itemProps2.xml><?xml version="1.0" encoding="utf-8"?>
<ds:datastoreItem xmlns:ds="http://schemas.openxmlformats.org/officeDocument/2006/customXml" ds:itemID="{6B67ACAB-C3DC-429D-A23C-0723C084FE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8992231-163D-4428-A2B8-DA1FE0274129}">
  <ds:schemaRefs>
    <ds:schemaRef ds:uri="http://schemas.microsoft.com/office/2006/metadata/properties"/>
    <ds:schemaRef ds:uri="http://purl.org/dc/dcmitype/"/>
    <ds:schemaRef ds:uri="http://schemas.microsoft.com/sharepoint/v3"/>
    <ds:schemaRef ds:uri="http://purl.org/dc/elements/1.1/"/>
    <ds:schemaRef ds:uri="http://schemas.openxmlformats.org/package/2006/metadata/core-properties"/>
    <ds:schemaRef ds:uri="6dc4bcd6-49db-4c07-9060-8acfc67cef9f"/>
    <ds:schemaRef ds:uri="http://schemas.microsoft.com/office/2006/documentManagement/types"/>
    <ds:schemaRef ds:uri="http://schemas.microsoft.com/office/infopath/2007/PartnerControls"/>
    <ds:schemaRef ds:uri="http://purl.org/dc/terms/"/>
    <ds:schemaRef ds:uri="fb0879af-3eba-417a-a55a-ffe6dcd6ca77"/>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摩登蓝色演示文稿</Template>
  <TotalTime>8</TotalTime>
  <Words>410</Words>
  <Application>Microsoft Office PowerPoint</Application>
  <PresentationFormat>宽屏</PresentationFormat>
  <Paragraphs>66</Paragraphs>
  <Slides>14</Slides>
  <Notes>14</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Microsoft YaHei UI</vt:lpstr>
      <vt:lpstr>Arial</vt:lpstr>
      <vt:lpstr>Office 主题</vt:lpstr>
      <vt:lpstr>代孕事件</vt:lpstr>
      <vt:lpstr>节标题 01</vt:lpstr>
      <vt:lpstr>节标题 02</vt:lpstr>
      <vt:lpstr>内容标题</vt:lpstr>
      <vt:lpstr>内容标题</vt:lpstr>
      <vt:lpstr>内容标题</vt:lpstr>
      <vt:lpstr>内容标题</vt:lpstr>
      <vt:lpstr>内容标题</vt:lpstr>
      <vt:lpstr>表格</vt:lpstr>
      <vt:lpstr>图表</vt:lpstr>
      <vt:lpstr>此处显示报价单 Lorem ipsum dolor sit amet, consectetuer adipiscing elit. ” - 作者</vt:lpstr>
      <vt:lpstr>谢谢</vt:lpstr>
      <vt:lpstr>谢谢</vt:lpstr>
      <vt:lpstr>自定义此模板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代孕事件</dc:title>
  <dc:creator>Darkness Jason</dc:creator>
  <cp:lastModifiedBy>Darkness Jason</cp:lastModifiedBy>
  <cp:revision>1</cp:revision>
  <dcterms:created xsi:type="dcterms:W3CDTF">2021-03-13T02:35:37Z</dcterms:created>
  <dcterms:modified xsi:type="dcterms:W3CDTF">2021-03-13T02:43:42Z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0x010100DEEA25CC0A0AC24199CDC46C25B8B0BC</vt:lpwstr>
  </property>
</Properties>
</file>